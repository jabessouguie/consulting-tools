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  <p:sldId id="259" r:id="rId28"/>
    <p:sldId id="260" r:id="rId27"/>
    <p:sldId id="261" r:id="rId26"/>
    <p:sldId id="262" r:id="rId25"/>
    <p:sldId id="263" r:id="rId24"/>
    <p:sldId id="264" r:id="rId23"/>
    <p:sldId id="265" r:id="rId22"/>
    <p:sldId id="266" r:id="rId21"/>
    <p:sldId id="267" r:id="rId20"/>
    <p:sldId id="268" r:id="rId19"/>
    <p:sldId id="269" r:id="rId18"/>
    <p:sldId id="270" r:id="rId17"/>
    <p:sldId id="271" r:id="rId16"/>
    <p:sldId id="272" r:id="rId15"/>
    <p:sldId id="273" r:id="rId14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8.xml"/><Relationship Id="rId15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schemas.openxmlformats.org/officeDocument/2006/relationships/slide" Target="slides/slide10.xml"/><Relationship Id="rId23" Type="http://schemas.openxmlformats.org/officeDocument/2006/relationships/slide" Target="slides/slide9.xml"/><Relationship Id="rId24" Type="http://schemas.openxmlformats.org/officeDocument/2006/relationships/slide" Target="slides/slide8.xml"/><Relationship Id="rId25" Type="http://schemas.openxmlformats.org/officeDocument/2006/relationships/slide" Target="slides/slide7.xml"/><Relationship Id="rId26" Type="http://schemas.openxmlformats.org/officeDocument/2006/relationships/slide" Target="slides/slide6.xml"/><Relationship Id="rId27" Type="http://schemas.openxmlformats.org/officeDocument/2006/relationships/slide" Target="slides/slide5.xml"/><Relationship Id="rId28" Type="http://schemas.openxmlformats.org/officeDocument/2006/relationships/slide" Target="slides/slide4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AGENTS IA - MASTER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Nos Objectifs Pédagogiques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Distinguer l'IA Générative de l'IA Agentique.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Comprendre les différences Assistants IA vs Agents IA.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Maîtriser le cycle "Perception, Raisonnement, Action".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Identifier les niveaux de maturité de l'IA Agentique.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DE L'IA AUTOMATISÉE À L'IA AUTONOME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L'Évolution de l'Intelligence Artificielle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**IA Automatisée:** Exécution de tâches définies par des règles.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**IA Générative:** Création de contenu, réponses contextuelles.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**IA Agentique:** Prise de décision autonome, résolution de problèmes complexes.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Ce Qui Change Réellement avec l'IA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**Autonomie:** Décision et action sans intervention humaine continue.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**Objectifs:** Capacité à définir, planifier et poursuivre des buts.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**Adaptation:** Réactivité dynamique aux changements d'environnement.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**Apprentissage:** Amélioration continue de ses performances et stratégies.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ASSISTANTS CONVERSATIONNELS VS AGENTS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Assistants IA vs Agents IA : La Distinction Clé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{'label': 'Assistants IA', 'description': 'Répondent à des requêtes, exécutent des tâches simples, dépendent des prompts. (Ex: ChatGPT, Siri)'}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46888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{'label': 'Agents IA', 'description': "Définissent des objectifs, planifient, exécutent des actions, s'adaptent, apprennent. (Ex: AutoGPT, BabyAGI)"}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Une différence fondamentale dans l'autonomie et l'initiative.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La Prochaine Vague de l'IA en Entreprise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L'IA agentique n'est pas juste un outil, c'est un partenaire stratégique capable d'initiative et d'apprentissage continu, transformant la manière dont nous concevons les systèmes intelligents.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Un expert Wenvision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LE CYCLE "PERCEPTION, RAISONNEMENT, ACTION"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 Cycle PRA de l'Agent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75504" y="105156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1. 1. Perception (Observer)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7184" y="3063240"/>
            <a:ext cx="1828800" cy="82296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2. 2. Raisonnement (Analyser &amp; Planifier)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5074920"/>
            <a:ext cx="1828800" cy="822960"/>
          </a:xfrm>
          <a:prstGeom prst="roundRect">
            <a:avLst/>
          </a:prstGeom>
          <a:solidFill>
            <a:srgbClr val="FBF0F4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3. 3. Action (Exécuter)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63824" y="306324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4. 4. Apprentissage (Optimiser)</a:t>
            </a:r>
          </a:p>
        </p:txBody>
      </p:sp>
      <p:sp>
        <p:nvSpPr>
          <p:cNvPr id="7" name="Right Arrow 6"/>
          <p:cNvSpPr/>
          <p:nvPr/>
        </p:nvSpPr>
        <p:spPr>
          <a:xfrm rot="2700000">
            <a:off x="7569190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 rot="8100000">
            <a:off x="7569190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 rot="13500000">
            <a:off x="4336297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 rot="18900000">
            <a:off x="4336297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 processus itératif pour une autonomie intelligente.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Détail des Étapes Clés du Cycle PRA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**Perception:** Collecte de données via capteurs virtuels (APIs, bases de données, web scraping).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**Raisonnement:** Analyse des perceptions, planification des étapes, prise de décision (souvent via LLM).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**Action:** Exécution des tâches via des outils (API, scripts, interactions systèmes, Robotic Process Automation).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**Apprentissage:** Retour d'expérience pour améliorer les décisions futures et l'efficacité du cycle.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MATURITÉ, MARCHÉ ET IMPACTS STRATÉGIQUES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Niveaux de Maturité de l'IA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**Niveau 1: Assisté** (Augmentation humaine sur tâches spécifiques, supervision forte).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**Niveau 2: Semi-Autonome** (Exécution de processus complexes sous supervision périodique).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**Niveau 3: Entièrement Autonome** (Décision et action stratégiques avec objectifs hauts niveaux, supervision allégée).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L'Impact Business de l'IA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+30%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 productivité attendue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McKinsey, 2024 (pour les entreprises adoptant l'IA agentique)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Impacts sur les Modèles Opérationnels et Rôles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**Réingénierie des Processus:** Automatisation et optimisation de chaînes de valeur.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**Évolution des Rôles:** Focus sur la supervision, l'éthique, la stratégie, la collaboration.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**Nouvelles Compétences:** Ingénierie des agents, MLOps avancé, IA éthique, gestion de l'IA.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**Collaboration Homme-Agent:** Redéfinition des interactions travail et prise de décision.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Gouvernance et Éthique de l'IA Agentique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**Transparence:** Comprendre les décisions et actions des agents (explicabilité).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**Responsabilité:** Cadre clair pour la supervision et l'imputabilité des agents.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**Sécurité:** Protection contre les usages malveillants ou les comportements imprévus.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**Équité:** Assurer des prises de décision justes et non-biaisées, conformes aux valeurs.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SYNTHÈSE ET PROCHAINES ÉTAPES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Les Points Clés de ce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L'IA Agentique est une IA autonome, proactive et dotée d'initiative.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Elle se distingue fondamentalement des assistants conversationnels.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Le cycle PRA est son fondement : Perception, Raisonnement, Action, Apprentissage.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Son adoption transforme profondément les modèles business et les rôles en entreprise.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