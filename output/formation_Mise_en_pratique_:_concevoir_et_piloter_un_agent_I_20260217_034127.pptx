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  <p:sldId id="260" r:id="rId27"/>
    <p:sldId id="261" r:id="rId26"/>
    <p:sldId id="262" r:id="rId25"/>
    <p:sldId id="263" r:id="rId24"/>
    <p:sldId id="264" r:id="rId23"/>
    <p:sldId id="265" r:id="rId22"/>
    <p:sldId id="266" r:id="rId21"/>
    <p:sldId id="267" r:id="rId20"/>
    <p:sldId id="268" r:id="rId19"/>
    <p:sldId id="269" r:id="rId18"/>
    <p:sldId id="270" r:id="rId17"/>
    <p:sldId id="271" r:id="rId16"/>
    <p:sldId id="272" r:id="rId15"/>
    <p:sldId id="273" r:id="rId14"/>
    <p:sldId id="274" r:id="rId13"/>
    <p:sldId id="275" r:id="rId12"/>
    <p:sldId id="276" r:id="rId11"/>
    <p:sldId id="277" r:id="rId10"/>
    <p:sldId id="278" r:id="rId9"/>
    <p:sldId id="279" r:id="rId8"/>
    <p:sldId id="280" r:id="rId69"/>
    <p:sldId id="281" r:id="rId70"/>
    <p:sldId id="282" r:id="rId71"/>
    <p:sldId id="283" r:id="rId72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6.xml"/><Relationship Id="rId27" Type="http://schemas.openxmlformats.org/officeDocument/2006/relationships/slide" Target="slides/slide5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Relationship Id="rId69" Type="http://schemas.openxmlformats.org/officeDocument/2006/relationships/slide" Target="slides/slide25.xml"/><Relationship Id="rId70" Type="http://schemas.openxmlformats.org/officeDocument/2006/relationships/slide" Target="slides/slide26.xml"/><Relationship Id="rId71" Type="http://schemas.openxmlformats.org/officeDocument/2006/relationships/slide" Target="slides/slide27.xml"/><Relationship Id="rId7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MODULE 3 - MISE EN PRATIQUE : CONCEVOIR ET PILOTER 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Objectifs du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Définir un cas d'usage agentique pertinent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Structurer la logique et la boucle d'action de l'agent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Piloter le déploiement et le monitoring de l'agent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Notre Vision : L'IA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agentique transforme l'exécution, pas seulement l'analyse. Elle agit.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Wenvision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1. CHOISIR LE BON CAS D'USAGE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Stratégique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Alignement avec les objectifs business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Potentiel d'autonomie et de valeur ajoutée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Disponibilité et qualité des données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Complexité technique gérable et progressive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Impact mesurable et ROI clair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Éviter les Pièges Communs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Manque de clarté sur le besoin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Surestimation de l'autonomie initiale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Ignorer les contraintes réglementaires/éthiques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Sous-estimer l'intégration dans l'existant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2. FORMALISER LA LOGIQUE DE L'AGENT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La Boucle d'Action Agentique (OODA)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5504" y="105156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1. Perception (Observe)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7184" y="3063240"/>
            <a:ext cx="1828800" cy="82296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2. Analyse &amp; Décision (Orient &amp; Decide)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5074920"/>
            <a:ext cx="1828800" cy="822960"/>
          </a:xfrm>
          <a:prstGeom prst="roundRect">
            <a:avLst/>
          </a:prstGeom>
          <a:solidFill>
            <a:srgbClr val="FBF0F4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3. Action (Act)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3824" y="306324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4. Apprentissage Continu (Feedback)</a:t>
            </a:r>
          </a:p>
        </p:txBody>
      </p:sp>
      <p:sp>
        <p:nvSpPr>
          <p:cNvPr id="7" name="Right Arrow 6"/>
          <p:cNvSpPr/>
          <p:nvPr/>
        </p:nvSpPr>
        <p:spPr>
          <a:xfrm rot="2700000">
            <a:off x="7569190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8100000">
            <a:off x="7569190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3500000">
            <a:off x="4336297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8900000">
            <a:off x="4336297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Le cœur de l'autonomie et de l'adaptation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Composants Clés d'un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Capteurs (perception de l'environnement)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Moteur de Raisonnement (logique métier, règles)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Base de Connaissances (mémoire, données)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Effecteurs (actions sur l'environnement)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Mécanismes d'Apprentissage (adaptation, évolution)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L'impératif de l'autonomie intelligente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entreprises voient l'IA agentique comme un levier stratégique majeur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Accenture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3. CONCEVOIR LES SCÉNARIOS AUTONOMES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Définir le Périmètre d'Autonomie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Scénarios primaires gérés en autonomie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Scénarios secondaires (assistés ou semi-autonomes)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Points de bascule pour intervention humaine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Règles et limites de sécurité opérationnelle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Gestion des Exceptions &amp; Incertitudes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Détection proactive des anomalies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Stratégies d'escalade intelligente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Mécanismes de 'fallback' humain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Apprentissage continu des situations imprévues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4. VISUALISER ET INTERAGIR AVEC L'AGENT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Interactions Agent-Écosystème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32004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Agent IA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796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83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Utilisateurs finaux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3999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863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Systèmes Métier (ERP, CRM)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0031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4895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Bases de Données (internes/externes)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606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0927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API Externes (services tiers)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Cartographie des flux et des points de contact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Outils de Monitoring &amp; Dashboarding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Performance des actions et décisions de l'agent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Utilisation des ressources système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Détection d'anomalies et d'échecs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Feedback utilisateur et satisfaction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Journaux d'activité détaillés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5. ÉVALUER LA PERFORMANCE ET LA VALEUR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Métriques de Valeur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ROI opérationnel et gains d'efficacité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Réduction des coûts et des erreurs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Amélioration de la satisfaction client/utilisateur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Temps de résolution des tâches automatisées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Impact sur les indicateurs clés de performance (KPI)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Leçon 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Ce qui ne se mesure pas ne s'améliore pas. Et ce qui ne s'améliore pas se détériore toujours.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Peter Drucker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Approche Itérative &amp; Optimisation Continue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Mise en place de cycles de feedback réguliers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A/B Testing des stratégies et modèles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Ré-entraînement et ajustement des modèles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Veille technologique et benchmarking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6. PASSAGE À L'ÉCHELLE &amp; INTÉGRATION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Enjeux d'Intégration Technique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Compatibilité et robustesse des API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Sécurité des données et conformité (RGPD)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Gestion des versions et déploiement continu (CI/CD)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Scalabilité de l'infrastructure sous-jacente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Observabilité et traçabilité complètes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L'IA, un levier de transformation profonde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projets IA à grande échelle nécessitent une refonte des processus existants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Deloitte AI Institute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ATELIER PRATIQUE : CONCEPTION &amp; PILOTAGE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Votre Cas d'Usage en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Définition du périmètre de votre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Esquisse de sa boucle d'action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Identification des interactions clés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Plan de monitoring initial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SYNTHÈSE &amp; PROCHAINES ÉTAPES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Points Clés du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Choisir le cas d'usage stratégique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Formaliser une boucle d'action robuste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Gérer les scénarios et les exceptions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Mettre en place un monitoring proactif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Questions &amp; Échanges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Vos défis actuels et futurs ?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Perspectives pour votre organisation ?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Ressources complémentaires Wenvision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Contactez nos experts pour aller plus loin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