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31"/>
    <p:sldId id="257" r:id="rId30"/>
    <p:sldId id="258" r:id="rId29"/>
    <p:sldId id="259" r:id="rId28"/>
  </p:sldIdLst>
  <p:sldSz cy="6858000" cx="12188825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Montserrat Medium"/>
      <p:regular r:id="rId44"/>
      <p:bold r:id="rId45"/>
      <p:italic r:id="rId46"/>
      <p:boldItalic r:id="rId47"/>
    </p:embeddedFont>
    <p:embeddedFont>
      <p:font typeface="Chakra Petch"/>
      <p:regular r:id="rId48"/>
      <p:bold r:id="rId49"/>
      <p:italic r:id="rId50"/>
      <p:boldItalic r:id="rId51"/>
    </p:embeddedFont>
    <p:embeddedFont>
      <p:font typeface="Arial Black"/>
      <p:regular r:id="rId52"/>
    </p:embeddedFont>
    <p:embeddedFont>
      <p:font typeface="Chakra Petch SemiBold"/>
      <p:regular r:id="rId53"/>
      <p:bold r:id="rId54"/>
      <p:italic r:id="rId55"/>
      <p:boldItalic r:id="rId56"/>
    </p:embeddedFont>
    <p:embeddedFont>
      <p:font typeface="Roboto Mono"/>
      <p:regular r:id="rId57"/>
      <p:bold r:id="rId58"/>
      <p:italic r:id="rId59"/>
      <p:boldItalic r:id="rId60"/>
    </p:embeddedFont>
    <p:embeddedFont>
      <p:font typeface="Inter Medium"/>
      <p:regular r:id="rId61"/>
      <p:bold r:id="rId62"/>
      <p:italic r:id="rId63"/>
      <p:boldItalic r:id="rId64"/>
    </p:embeddedFont>
    <p:embeddedFont>
      <p:font typeface="Century Gothic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FDE8E7-1299-469C-8469-020B3AA9B19E}">
  <a:tblStyle styleId="{25FDE8E7-1299-469C-8469-020B3AA9B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8" Type="http://schemas.openxmlformats.org/officeDocument/2006/relationships/slide" Target="slides/slide4.xml"/><Relationship Id="rId29" Type="http://schemas.openxmlformats.org/officeDocument/2006/relationships/slide" Target="slides/slide3.xml"/><Relationship Id="rId30" Type="http://schemas.openxmlformats.org/officeDocument/2006/relationships/slide" Target="slides/slide2.xml"/><Relationship Id="rId31" Type="http://schemas.openxmlformats.org/officeDocument/2006/relationships/slide" Target="slides/slide1.xml"/><Relationship Id="rId32" Type="http://schemas.openxmlformats.org/officeDocument/2006/relationships/font" Target="fonts/Roboto-regular.fntdata"/><Relationship Id="rId33" Type="http://schemas.openxmlformats.org/officeDocument/2006/relationships/font" Target="fonts/Roboto-bold.fntdata"/><Relationship Id="rId34" Type="http://schemas.openxmlformats.org/officeDocument/2006/relationships/font" Target="fonts/Roboto-italic.fntdata"/><Relationship Id="rId35" Type="http://schemas.openxmlformats.org/officeDocument/2006/relationships/font" Target="fonts/Roboto-boldItalic.fntdata"/><Relationship Id="rId36" Type="http://schemas.openxmlformats.org/officeDocument/2006/relationships/font" Target="fonts/Inter-regular.fntdata"/><Relationship Id="rId37" Type="http://schemas.openxmlformats.org/officeDocument/2006/relationships/font" Target="fonts/Inter-bold.fntdata"/><Relationship Id="rId38" Type="http://schemas.openxmlformats.org/officeDocument/2006/relationships/font" Target="fonts/Inter-italic.fntdata"/><Relationship Id="rId39" Type="http://schemas.openxmlformats.org/officeDocument/2006/relationships/font" Target="fonts/Inter-boldItalic.fntdata"/><Relationship Id="rId40" Type="http://schemas.openxmlformats.org/officeDocument/2006/relationships/font" Target="fonts/Montserrat-regular.fntdata"/><Relationship Id="rId41" Type="http://schemas.openxmlformats.org/officeDocument/2006/relationships/font" Target="fonts/Montserrat-bold.fntdata"/><Relationship Id="rId42" Type="http://schemas.openxmlformats.org/officeDocument/2006/relationships/font" Target="fonts/Montserrat-italic.fntdata"/><Relationship Id="rId43" Type="http://schemas.openxmlformats.org/officeDocument/2006/relationships/font" Target="fonts/Montserrat-boldItalic.fntdata"/><Relationship Id="rId44" Type="http://schemas.openxmlformats.org/officeDocument/2006/relationships/font" Target="fonts/MontserratMedium-regular.fntdata"/><Relationship Id="rId45" Type="http://schemas.openxmlformats.org/officeDocument/2006/relationships/font" Target="fonts/MontserratMedium-bold.fntdata"/><Relationship Id="rId46" Type="http://schemas.openxmlformats.org/officeDocument/2006/relationships/font" Target="fonts/MontserratMedium-italic.fntdata"/><Relationship Id="rId47" Type="http://schemas.openxmlformats.org/officeDocument/2006/relationships/font" Target="fonts/MontserratMedium-boldItalic.fntdata"/><Relationship Id="rId48" Type="http://schemas.openxmlformats.org/officeDocument/2006/relationships/font" Target="fonts/ChakraPetch-regular.fntdata"/><Relationship Id="rId49" Type="http://schemas.openxmlformats.org/officeDocument/2006/relationships/font" Target="fonts/ChakraPetch-bold.fntdata"/><Relationship Id="rId50" Type="http://schemas.openxmlformats.org/officeDocument/2006/relationships/font" Target="fonts/ChakraPetch-italic.fntdata"/><Relationship Id="rId51" Type="http://schemas.openxmlformats.org/officeDocument/2006/relationships/font" Target="fonts/ChakraPetch-boldItalic.fntdata"/><Relationship Id="rId52" Type="http://schemas.openxmlformats.org/officeDocument/2006/relationships/font" Target="fonts/ArialBlack-regular.fntdata"/><Relationship Id="rId53" Type="http://schemas.openxmlformats.org/officeDocument/2006/relationships/font" Target="fonts/ChakraPetchSemiBold-regular.fntdata"/><Relationship Id="rId54" Type="http://schemas.openxmlformats.org/officeDocument/2006/relationships/font" Target="fonts/ChakraPetchSemiBold-bold.fntdata"/><Relationship Id="rId55" Type="http://schemas.openxmlformats.org/officeDocument/2006/relationships/font" Target="fonts/ChakraPetchSemiBold-italic.fntdata"/><Relationship Id="rId56" Type="http://schemas.openxmlformats.org/officeDocument/2006/relationships/font" Target="fonts/ChakraPetchSemiBold-boldItalic.fntdata"/><Relationship Id="rId57" Type="http://schemas.openxmlformats.org/officeDocument/2006/relationships/font" Target="fonts/RobotoMono-regular.fntdata"/><Relationship Id="rId58" Type="http://schemas.openxmlformats.org/officeDocument/2006/relationships/font" Target="fonts/RobotoMono-bold.fntdata"/><Relationship Id="rId59" Type="http://schemas.openxmlformats.org/officeDocument/2006/relationships/font" Target="fonts/RobotoMono-italic.fntdata"/><Relationship Id="rId60" Type="http://schemas.openxmlformats.org/officeDocument/2006/relationships/font" Target="fonts/RobotoMono-boldItalic.fntdata"/><Relationship Id="rId61" Type="http://schemas.openxmlformats.org/officeDocument/2006/relationships/font" Target="fonts/InterMedium-regular.fntdata"/><Relationship Id="rId62" Type="http://schemas.openxmlformats.org/officeDocument/2006/relationships/font" Target="fonts/InterMedium-bold.fntdata"/><Relationship Id="rId63" Type="http://schemas.openxmlformats.org/officeDocument/2006/relationships/font" Target="fonts/InterMedium-italic.fntdata"/><Relationship Id="rId64" Type="http://schemas.openxmlformats.org/officeDocument/2006/relationships/font" Target="fonts/InterMedium-boldItalic.fntdata"/><Relationship Id="rId65" Type="http://schemas.openxmlformats.org/officeDocument/2006/relationships/font" Target="fonts/CenturyGothic-regular.fntdata"/><Relationship Id="rId66" Type="http://schemas.openxmlformats.org/officeDocument/2006/relationships/font" Target="fonts/CenturyGothic-bold.fntdata"/><Relationship Id="rId67" Type="http://schemas.openxmlformats.org/officeDocument/2006/relationships/font" Target="fonts/CenturyGothic-italic.fntdata"/><Relationship Id="rId68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4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">
  <p:cSld name="TITLE_ONLY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200"/>
              <a:buNone/>
              <a:defRPr sz="1200">
                <a:solidFill>
                  <a:srgbClr val="C050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0" name="Google Shape;30;p3"/>
          <p:cNvSpPr/>
          <p:nvPr>
            <p:ph idx="2" type="pic"/>
          </p:nvPr>
        </p:nvSpPr>
        <p:spPr>
          <a:xfrm>
            <a:off x="6420965" y="1110400"/>
            <a:ext cx="4790700" cy="47907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839780" y="1080000"/>
            <a:ext cx="5224200" cy="48528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Image droite 1">
  <p:cSld name="TITLE_ONLY_4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839786" y="1080000"/>
            <a:ext cx="5136600" cy="4791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3" type="body"/>
          </p:nvPr>
        </p:nvSpPr>
        <p:spPr>
          <a:xfrm>
            <a:off x="6107609" y="1080000"/>
            <a:ext cx="5136600" cy="4791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encadrement">
  <p:cSld name="TITLE_ONLY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4" name="Google Shape;44;p5"/>
          <p:cNvSpPr/>
          <p:nvPr/>
        </p:nvSpPr>
        <p:spPr>
          <a:xfrm>
            <a:off x="839781" y="1092378"/>
            <a:ext cx="387900" cy="469200"/>
          </a:xfrm>
          <a:prstGeom prst="halfFrame">
            <a:avLst>
              <a:gd fmla="val 16750" name="adj1"/>
              <a:gd fmla="val 14891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5" name="Google Shape;45;p5"/>
          <p:cNvSpPr/>
          <p:nvPr/>
        </p:nvSpPr>
        <p:spPr>
          <a:xfrm rot="10800000">
            <a:off x="10754390" y="5985084"/>
            <a:ext cx="543900" cy="497100"/>
          </a:xfrm>
          <a:prstGeom prst="halfFrame">
            <a:avLst>
              <a:gd fmla="val 13769" name="adj1"/>
              <a:gd fmla="val 14392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1315591" y="1670200"/>
            <a:ext cx="9803400" cy="4314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 + Double Colonne">
  <p:cSld name="TITLE_ONLY_3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6106743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872839" y="1407933"/>
            <a:ext cx="4945800" cy="65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2" name="Google Shape;52;p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843514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A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106755" y="1104402"/>
            <a:ext cx="2971200" cy="4512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Colonne B</a:t>
            </a:r>
            <a:endParaRPr b="1" sz="190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2" type="body"/>
          </p:nvPr>
        </p:nvSpPr>
        <p:spPr>
          <a:xfrm>
            <a:off x="839781" y="1612167"/>
            <a:ext cx="49791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3" type="body"/>
          </p:nvPr>
        </p:nvSpPr>
        <p:spPr>
          <a:xfrm>
            <a:off x="6106743" y="1612167"/>
            <a:ext cx="4945800" cy="4880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\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  <p15:guide id="2" pos="7104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X - Color Palette">
  <p:cSld name="CUSTOM_3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/>
        </p:nvSpPr>
        <p:spPr>
          <a:xfrm>
            <a:off x="877971" y="310767"/>
            <a:ext cx="8009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Color Palette</a:t>
            </a:r>
            <a:endParaRPr b="1" sz="27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975106" y="1452054"/>
            <a:ext cx="1828200" cy="548700"/>
          </a:xfrm>
          <a:prstGeom prst="rect">
            <a:avLst/>
          </a:prstGeom>
          <a:solidFill>
            <a:srgbClr val="3A3A3B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047206" y="14520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ANTHRACITE</a:t>
            </a: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3047206" y="17263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#3A3A3B</a:t>
            </a:r>
            <a:endParaRPr/>
          </a:p>
        </p:txBody>
      </p:sp>
      <p:sp>
        <p:nvSpPr>
          <p:cNvPr id="65" name="Google Shape;65;p7"/>
          <p:cNvSpPr txBox="1"/>
          <p:nvPr/>
        </p:nvSpPr>
        <p:spPr>
          <a:xfrm>
            <a:off x="4993386" y="14593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Couleur principale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975106" y="2183574"/>
            <a:ext cx="1828200" cy="548700"/>
          </a:xfrm>
          <a:prstGeom prst="rect">
            <a:avLst/>
          </a:prstGeom>
          <a:solidFill>
            <a:srgbClr val="1F1F1F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3047206" y="218357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NOIR PROFOND</a:t>
            </a:r>
            <a:endParaRPr/>
          </a:p>
        </p:txBody>
      </p:sp>
      <p:sp>
        <p:nvSpPr>
          <p:cNvPr id="68" name="Google Shape;68;p7"/>
          <p:cNvSpPr txBox="1"/>
          <p:nvPr/>
        </p:nvSpPr>
        <p:spPr>
          <a:xfrm>
            <a:off x="3047206" y="245789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#1F1F1F</a:t>
            </a:r>
            <a:endParaRPr/>
          </a:p>
        </p:txBody>
      </p:sp>
      <p:sp>
        <p:nvSpPr>
          <p:cNvPr id="69" name="Google Shape;69;p7"/>
          <p:cNvSpPr txBox="1"/>
          <p:nvPr/>
        </p:nvSpPr>
        <p:spPr>
          <a:xfrm>
            <a:off x="4993386" y="219084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Titres H1</a:t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975106" y="2915094"/>
            <a:ext cx="1828200" cy="548700"/>
          </a:xfrm>
          <a:prstGeom prst="rect">
            <a:avLst/>
          </a:prstGeom>
          <a:solidFill>
            <a:srgbClr val="474747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 txBox="1"/>
          <p:nvPr/>
        </p:nvSpPr>
        <p:spPr>
          <a:xfrm>
            <a:off x="3047206" y="291509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MOYEN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047206" y="318941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#474747</a:t>
            </a:r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4993386" y="292236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Texte courant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975106" y="3646614"/>
            <a:ext cx="1828200" cy="548700"/>
          </a:xfrm>
          <a:prstGeom prst="rect">
            <a:avLst/>
          </a:prstGeom>
          <a:solidFill>
            <a:srgbClr val="FBF0F4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3047206" y="364661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ROSE POUDRÉ</a:t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047206" y="392093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#FBF0F4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4993386" y="365388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doux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975106" y="4378134"/>
            <a:ext cx="1828200" cy="5487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3047206" y="437813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TERRACOTTA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047206" y="465245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#c0504dff</a:t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4993386" y="438540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chaud</a:t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975106" y="5109654"/>
            <a:ext cx="1828200" cy="5487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3047206" y="5109654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CORAIL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3047206" y="5383974"/>
            <a:ext cx="24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#FF6B58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4993386" y="5116928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Accent vif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975106" y="5841179"/>
            <a:ext cx="1828200" cy="548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47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3047206" y="6042177"/>
            <a:ext cx="17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#eeeeee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3047206" y="5841179"/>
            <a:ext cx="243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A3A3B"/>
                </a:solidFill>
                <a:latin typeface="Calibri"/>
                <a:ea typeface="Calibri"/>
                <a:cs typeface="Calibri"/>
                <a:sym typeface="Calibri"/>
              </a:rPr>
              <a:t>GRIS CLAIR</a:t>
            </a:r>
            <a:endParaRPr/>
          </a:p>
        </p:txBody>
      </p:sp>
      <p:sp>
        <p:nvSpPr>
          <p:cNvPr id="89" name="Google Shape;89;p7"/>
          <p:cNvSpPr txBox="1"/>
          <p:nvPr/>
        </p:nvSpPr>
        <p:spPr>
          <a:xfrm>
            <a:off x="4999011" y="5864813"/>
            <a:ext cx="487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Fonds </a:t>
            </a:r>
            <a:r>
              <a:rPr lang="en-US">
                <a:solidFill>
                  <a:srgbClr val="474747"/>
                </a:solidFill>
                <a:latin typeface="Calibri"/>
                <a:ea typeface="Calibri"/>
                <a:cs typeface="Calibri"/>
                <a:sym typeface="Calibri"/>
              </a:rPr>
              <a:t>neutre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itre seule" showMasterSp="0">
  <p:cSld name="Title Only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-2113" y="1725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 txBox="1"/>
          <p:nvPr>
            <p:ph type="title"/>
          </p:nvPr>
        </p:nvSpPr>
        <p:spPr>
          <a:xfrm>
            <a:off x="1574661" y="1353633"/>
            <a:ext cx="7455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i="0" sz="3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1645803" y="2785736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96" name="Google Shape;96;p8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8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Avec Image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 rotWithShape="1">
          <a:blip r:embed="rId2">
            <a:alphaModFix/>
          </a:blip>
          <a:srcRect b="0" l="0" r="0" t="9869"/>
          <a:stretch/>
        </p:blipFill>
        <p:spPr>
          <a:xfrm>
            <a:off x="2276940" y="-1"/>
            <a:ext cx="5218642" cy="499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0" y="0"/>
            <a:ext cx="2734716" cy="6854560"/>
          </a:xfrm>
          <a:custGeom>
            <a:rect b="b" l="l" r="r" t="t"/>
            <a:pathLst>
              <a:path extrusionOk="0" h="5144135" w="2052320">
                <a:moveTo>
                  <a:pt x="2052002" y="0"/>
                </a:moveTo>
                <a:lnTo>
                  <a:pt x="0" y="0"/>
                </a:lnTo>
                <a:lnTo>
                  <a:pt x="0" y="5143677"/>
                </a:lnTo>
                <a:lnTo>
                  <a:pt x="2052002" y="5143677"/>
                </a:lnTo>
                <a:lnTo>
                  <a:pt x="2052002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1111705" y="721993"/>
            <a:ext cx="3078248" cy="3453933"/>
          </a:xfrm>
          <a:custGeom>
            <a:rect b="b" l="l" r="r" t="t"/>
            <a:pathLst>
              <a:path extrusionOk="0" h="2592070" w="2310130">
                <a:moveTo>
                  <a:pt x="2310003" y="0"/>
                </a:moveTo>
                <a:lnTo>
                  <a:pt x="0" y="0"/>
                </a:lnTo>
                <a:lnTo>
                  <a:pt x="0" y="2591993"/>
                </a:lnTo>
                <a:lnTo>
                  <a:pt x="2310003" y="2591993"/>
                </a:lnTo>
                <a:lnTo>
                  <a:pt x="23100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1111544" y="1003300"/>
            <a:ext cx="3079200" cy="9780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" type="title"/>
          </p:nvPr>
        </p:nvSpPr>
        <p:spPr>
          <a:xfrm>
            <a:off x="1111794" y="2436633"/>
            <a:ext cx="3079200" cy="1033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 sz="2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Chakra Petch"/>
              <a:buNone/>
              <a:defRPr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Thématique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/>
        </p:nvSpPr>
        <p:spPr>
          <a:xfrm>
            <a:off x="3039208" y="1882776"/>
            <a:ext cx="6110400" cy="2864400"/>
          </a:xfrm>
          <a:prstGeom prst="rect">
            <a:avLst/>
          </a:prstGeom>
          <a:solidFill>
            <a:srgbClr val="000E1D"/>
          </a:solidFill>
          <a:ln>
            <a:noFill/>
          </a:ln>
        </p:spPr>
        <p:txBody>
          <a:bodyPr anchorCtr="0" anchor="ctr" bIns="0" lIns="0" spcFirstLastPara="1" rIns="0" wrap="square" tIns="85325">
            <a:noAutofit/>
          </a:bodyPr>
          <a:lstStyle/>
          <a:p>
            <a:pPr indent="0" lvl="0" marL="495300" marR="495300" rtl="0" algn="ctr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0"/>
          <p:cNvSpPr/>
          <p:nvPr/>
        </p:nvSpPr>
        <p:spPr>
          <a:xfrm rot="10800000">
            <a:off x="3039217" y="4747491"/>
            <a:ext cx="6110400" cy="524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3047206" y="1892300"/>
            <a:ext cx="6110400" cy="2864400"/>
          </a:xfrm>
          <a:prstGeom prst="rect">
            <a:avLst/>
          </a:prstGeom>
        </p:spPr>
        <p:txBody>
          <a:bodyPr anchorCtr="0" anchor="ctr" bIns="24000" lIns="24000" spcFirstLastPara="1" rIns="24000" wrap="square" tIns="2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3" name="Google Shape;113;p10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">
  <p:cSld name="CUSTOM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YOUR FUTURE, TOGETHER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lack">
  <p:cSld name="OBJEC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2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3" name="Google Shape;133;p12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2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2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2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ntacts">
  <p:cSld name="CUSTOM_5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3"/>
          <p:cNvGrpSpPr/>
          <p:nvPr/>
        </p:nvGrpSpPr>
        <p:grpSpPr>
          <a:xfrm>
            <a:off x="0" y="0"/>
            <a:ext cx="4191120" cy="6850445"/>
            <a:chOff x="0" y="0"/>
            <a:chExt cx="3144126" cy="5144135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2052320" cy="5144135"/>
            </a:xfrm>
            <a:custGeom>
              <a:rect b="b" l="l" r="r" t="t"/>
              <a:pathLst>
                <a:path extrusionOk="0" h="5144135" w="2052320">
                  <a:moveTo>
                    <a:pt x="2052002" y="0"/>
                  </a:moveTo>
                  <a:lnTo>
                    <a:pt x="0" y="0"/>
                  </a:lnTo>
                  <a:lnTo>
                    <a:pt x="0" y="5143677"/>
                  </a:lnTo>
                  <a:lnTo>
                    <a:pt x="2052002" y="5143677"/>
                  </a:lnTo>
                  <a:lnTo>
                    <a:pt x="2052002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833996" y="542163"/>
              <a:ext cx="2310130" cy="2592070"/>
            </a:xfrm>
            <a:custGeom>
              <a:rect b="b" l="l" r="r" t="t"/>
              <a:pathLst>
                <a:path extrusionOk="0" h="2592070" w="2310130">
                  <a:moveTo>
                    <a:pt x="2310003" y="0"/>
                  </a:moveTo>
                  <a:lnTo>
                    <a:pt x="0" y="0"/>
                  </a:lnTo>
                  <a:lnTo>
                    <a:pt x="0" y="2591993"/>
                  </a:lnTo>
                  <a:lnTo>
                    <a:pt x="2310003" y="2591993"/>
                  </a:lnTo>
                  <a:lnTo>
                    <a:pt x="23100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1574655" y="1353617"/>
            <a:ext cx="16641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 is</a:t>
            </a:r>
            <a:endParaRPr sz="3700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1574655" y="1860990"/>
            <a:ext cx="22143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574655" y="2512185"/>
            <a:ext cx="2172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  <a:endParaRPr b="0" i="0" sz="3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574655" y="3019559"/>
            <a:ext cx="166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is tech</a:t>
            </a:r>
            <a:endParaRPr b="0" i="0" sz="37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0" y="4154560"/>
            <a:ext cx="12184380" cy="2697485"/>
          </a:xfrm>
          <a:custGeom>
            <a:rect b="b" l="l" r="r" t="t"/>
            <a:pathLst>
              <a:path extrusionOk="0" h="2024379" w="9144000">
                <a:moveTo>
                  <a:pt x="3143986" y="0"/>
                </a:moveTo>
                <a:lnTo>
                  <a:pt x="833996" y="0"/>
                </a:lnTo>
                <a:lnTo>
                  <a:pt x="833996" y="14389"/>
                </a:lnTo>
                <a:lnTo>
                  <a:pt x="3143986" y="14389"/>
                </a:lnTo>
                <a:lnTo>
                  <a:pt x="3143986" y="0"/>
                </a:lnTo>
                <a:close/>
              </a:path>
              <a:path extrusionOk="0" h="2024379" w="9144000">
                <a:moveTo>
                  <a:pt x="9144000" y="2000872"/>
                </a:moveTo>
                <a:lnTo>
                  <a:pt x="0" y="2000872"/>
                </a:lnTo>
                <a:lnTo>
                  <a:pt x="0" y="2023910"/>
                </a:lnTo>
                <a:lnTo>
                  <a:pt x="9144000" y="2023910"/>
                </a:lnTo>
                <a:lnTo>
                  <a:pt x="9144000" y="20008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252099" y="1389588"/>
            <a:ext cx="18759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Paris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48, rue Jacques Dulud  92200 Neuilly-Sur-Seine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+33 1 41 38 52 00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5252099" y="2359911"/>
            <a:ext cx="14364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5, Place de la Gare  1616 Luxembourg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+352 26 54 47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252099" y="3330233"/>
            <a:ext cx="1276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74, rue des Arts  59800 Lille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+33 3 66 72 61 32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5252099" y="4483199"/>
            <a:ext cx="23757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67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Centre Les Grands  Hommes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Place des Grands Hommes  33000 Bordeaux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7948993" y="1389588"/>
            <a:ext cx="1647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Strasbourg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Crystal Park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 avenue de l’Europe  67300 Schiltigheim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+33 3 88 47 04 38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7948996" y="2542561"/>
            <a:ext cx="18759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939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Nantes  </a:t>
            </a: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Halle 6 Est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 rue de la Tour d’Au-  vergne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44200 Nantes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+33 2 55 07 42 61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7948993" y="3878196"/>
            <a:ext cx="142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195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Belgium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Avenue des Arts 6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1210 Bruxelles</a:t>
            </a:r>
            <a:endParaRPr b="0"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E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+32(0)2 899 83 70</a:t>
            </a:r>
            <a:endParaRPr b="0" i="0" sz="1200" u="none" cap="none" strike="noStrike">
              <a:solidFill>
                <a:srgbClr val="000E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3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1">
  <p:cSld name="CUSTOM_4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400" y="0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12700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7324908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6644655" y="2665613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7576132" y="2665618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018359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18359" y="3784449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">
  <p:cSld name="TITLE_ONL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15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 - Black">
  <p:cSld name="OBJECT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400" y="0"/>
            <a:ext cx="12193048" cy="6803119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75" name="Google Shape;175;p16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44"/>
                  </a:lnTo>
                  <a:lnTo>
                    <a:pt x="85699" y="86144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7998"/>
                  </a:lnTo>
                  <a:lnTo>
                    <a:pt x="74980" y="87998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1" name="Google Shape;181;p16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Couverture  2">
  <p:cSld name="Section - Couverture 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/>
          <p:nvPr/>
        </p:nvSpPr>
        <p:spPr>
          <a:xfrm>
            <a:off x="401" y="1"/>
            <a:ext cx="12193048" cy="6854560"/>
          </a:xfrm>
          <a:custGeom>
            <a:rect b="b" l="l" r="r" t="t"/>
            <a:pathLst>
              <a:path extrusionOk="0" h="5144135" w="8724900">
                <a:moveTo>
                  <a:pt x="0" y="5143677"/>
                </a:moveTo>
                <a:lnTo>
                  <a:pt x="8724595" y="5143677"/>
                </a:lnTo>
                <a:lnTo>
                  <a:pt x="8724595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5745827" y="1631795"/>
            <a:ext cx="6440799" cy="3589315"/>
          </a:xfrm>
          <a:custGeom>
            <a:rect b="b" l="l" r="r" t="t"/>
            <a:pathLst>
              <a:path extrusionOk="0" h="2693670" w="4833620">
                <a:moveTo>
                  <a:pt x="1902371" y="0"/>
                </a:moveTo>
                <a:lnTo>
                  <a:pt x="1327238" y="1273403"/>
                </a:lnTo>
                <a:lnTo>
                  <a:pt x="1312117" y="1308640"/>
                </a:lnTo>
                <a:lnTo>
                  <a:pt x="1295367" y="1348402"/>
                </a:lnTo>
                <a:lnTo>
                  <a:pt x="1277245" y="1391980"/>
                </a:lnTo>
                <a:lnTo>
                  <a:pt x="1258011" y="1438663"/>
                </a:lnTo>
                <a:lnTo>
                  <a:pt x="1237921" y="1487743"/>
                </a:lnTo>
                <a:lnTo>
                  <a:pt x="1217235" y="1538509"/>
                </a:lnTo>
                <a:lnTo>
                  <a:pt x="1196211" y="1590252"/>
                </a:lnTo>
                <a:lnTo>
                  <a:pt x="1175105" y="1642262"/>
                </a:lnTo>
                <a:lnTo>
                  <a:pt x="1130350" y="1752663"/>
                </a:lnTo>
                <a:lnTo>
                  <a:pt x="1094905" y="1649018"/>
                </a:lnTo>
                <a:lnTo>
                  <a:pt x="1075302" y="1592125"/>
                </a:lnTo>
                <a:lnTo>
                  <a:pt x="1055813" y="1536238"/>
                </a:lnTo>
                <a:lnTo>
                  <a:pt x="1036683" y="1482039"/>
                </a:lnTo>
                <a:lnTo>
                  <a:pt x="1018155" y="1430207"/>
                </a:lnTo>
                <a:lnTo>
                  <a:pt x="1000474" y="1381424"/>
                </a:lnTo>
                <a:lnTo>
                  <a:pt x="983884" y="1336372"/>
                </a:lnTo>
                <a:lnTo>
                  <a:pt x="968628" y="1295731"/>
                </a:lnTo>
                <a:lnTo>
                  <a:pt x="469392" y="2349"/>
                </a:lnTo>
                <a:lnTo>
                  <a:pt x="0" y="2349"/>
                </a:lnTo>
                <a:lnTo>
                  <a:pt x="1114602" y="2693479"/>
                </a:lnTo>
                <a:lnTo>
                  <a:pt x="1689074" y="1385722"/>
                </a:lnTo>
                <a:lnTo>
                  <a:pt x="1708492" y="1339392"/>
                </a:lnTo>
                <a:lnTo>
                  <a:pt x="1723340" y="1303949"/>
                </a:lnTo>
                <a:lnTo>
                  <a:pt x="1739683" y="1264812"/>
                </a:lnTo>
                <a:lnTo>
                  <a:pt x="1757226" y="1222562"/>
                </a:lnTo>
                <a:lnTo>
                  <a:pt x="1775672" y="1177777"/>
                </a:lnTo>
                <a:lnTo>
                  <a:pt x="1794727" y="1131036"/>
                </a:lnTo>
                <a:lnTo>
                  <a:pt x="1814095" y="1082919"/>
                </a:lnTo>
                <a:lnTo>
                  <a:pt x="1833480" y="1034005"/>
                </a:lnTo>
                <a:lnTo>
                  <a:pt x="1852587" y="984872"/>
                </a:lnTo>
                <a:lnTo>
                  <a:pt x="1890788" y="885786"/>
                </a:lnTo>
                <a:lnTo>
                  <a:pt x="1928964" y="984872"/>
                </a:lnTo>
                <a:lnTo>
                  <a:pt x="1950123" y="1039204"/>
                </a:lnTo>
                <a:lnTo>
                  <a:pt x="1971600" y="1093222"/>
                </a:lnTo>
                <a:lnTo>
                  <a:pt x="1993068" y="1146323"/>
                </a:lnTo>
                <a:lnTo>
                  <a:pt x="2014199" y="1197903"/>
                </a:lnTo>
                <a:lnTo>
                  <a:pt x="2034663" y="1247358"/>
                </a:lnTo>
                <a:lnTo>
                  <a:pt x="2054135" y="1294083"/>
                </a:lnTo>
                <a:lnTo>
                  <a:pt x="2072284" y="1337475"/>
                </a:lnTo>
                <a:lnTo>
                  <a:pt x="2092261" y="1385227"/>
                </a:lnTo>
                <a:lnTo>
                  <a:pt x="2659176" y="2693022"/>
                </a:lnTo>
                <a:lnTo>
                  <a:pt x="3579304" y="456285"/>
                </a:lnTo>
                <a:lnTo>
                  <a:pt x="3582631" y="470585"/>
                </a:lnTo>
                <a:lnTo>
                  <a:pt x="3582631" y="2652496"/>
                </a:lnTo>
                <a:lnTo>
                  <a:pt x="4833506" y="2652496"/>
                </a:lnTo>
              </a:path>
              <a:path extrusionOk="0" h="2693670" w="4833620">
                <a:moveTo>
                  <a:pt x="4833506" y="2250427"/>
                </a:moveTo>
                <a:lnTo>
                  <a:pt x="4035437" y="2250427"/>
                </a:lnTo>
                <a:lnTo>
                  <a:pt x="4035437" y="1466024"/>
                </a:lnTo>
                <a:lnTo>
                  <a:pt x="4833506" y="1466024"/>
                </a:lnTo>
              </a:path>
              <a:path extrusionOk="0" h="2693670" w="4833620">
                <a:moveTo>
                  <a:pt x="4833506" y="1067803"/>
                </a:moveTo>
                <a:lnTo>
                  <a:pt x="4035437" y="1067803"/>
                </a:lnTo>
                <a:lnTo>
                  <a:pt x="4035437" y="404431"/>
                </a:lnTo>
                <a:lnTo>
                  <a:pt x="4833506" y="404431"/>
                </a:lnTo>
              </a:path>
              <a:path extrusionOk="0" h="2693670" w="4833620">
                <a:moveTo>
                  <a:pt x="4833506" y="2349"/>
                </a:moveTo>
                <a:lnTo>
                  <a:pt x="3308515" y="2349"/>
                </a:lnTo>
                <a:lnTo>
                  <a:pt x="2834398" y="1260348"/>
                </a:lnTo>
                <a:lnTo>
                  <a:pt x="2818895" y="1301193"/>
                </a:lnTo>
                <a:lnTo>
                  <a:pt x="2801748" y="1348390"/>
                </a:lnTo>
                <a:lnTo>
                  <a:pt x="2783434" y="1400160"/>
                </a:lnTo>
                <a:lnTo>
                  <a:pt x="2764428" y="1454729"/>
                </a:lnTo>
                <a:lnTo>
                  <a:pt x="2745206" y="1510322"/>
                </a:lnTo>
                <a:lnTo>
                  <a:pt x="2725602" y="1566706"/>
                </a:lnTo>
                <a:lnTo>
                  <a:pt x="2697406" y="1647499"/>
                </a:lnTo>
                <a:lnTo>
                  <a:pt x="2672083" y="1719975"/>
                </a:lnTo>
                <a:lnTo>
                  <a:pt x="2661094" y="1751406"/>
                </a:lnTo>
                <a:lnTo>
                  <a:pt x="2621419" y="1646288"/>
                </a:lnTo>
                <a:lnTo>
                  <a:pt x="2600637" y="1591872"/>
                </a:lnTo>
                <a:lnTo>
                  <a:pt x="2579853" y="1538385"/>
                </a:lnTo>
                <a:lnTo>
                  <a:pt x="2559330" y="1486476"/>
                </a:lnTo>
                <a:lnTo>
                  <a:pt x="2539331" y="1436795"/>
                </a:lnTo>
                <a:lnTo>
                  <a:pt x="2520120" y="1389990"/>
                </a:lnTo>
                <a:lnTo>
                  <a:pt x="2501960" y="1346711"/>
                </a:lnTo>
                <a:lnTo>
                  <a:pt x="2485113" y="1307607"/>
                </a:lnTo>
                <a:lnTo>
                  <a:pt x="2469845" y="1273327"/>
                </a:lnTo>
                <a:lnTo>
                  <a:pt x="1902371" y="0"/>
                </a:lnTo>
              </a:path>
            </a:pathLst>
          </a:custGeom>
          <a:noFill/>
          <a:ln cap="flat" cmpd="sng" w="9525">
            <a:solidFill>
              <a:srgbClr val="4D5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883898" y="2678451"/>
            <a:ext cx="650678" cy="890135"/>
          </a:xfrm>
          <a:custGeom>
            <a:rect b="b" l="l" r="r" t="t"/>
            <a:pathLst>
              <a:path extrusionOk="0" h="668019" w="488314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5" y="201564"/>
                </a:lnTo>
                <a:lnTo>
                  <a:pt x="118617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519673" y="2678451"/>
            <a:ext cx="650680" cy="890135"/>
          </a:xfrm>
          <a:custGeom>
            <a:rect b="b" l="l" r="r" t="t"/>
            <a:pathLst>
              <a:path extrusionOk="0" h="668019" w="488315">
                <a:moveTo>
                  <a:pt x="0" y="0"/>
                </a:moveTo>
                <a:lnTo>
                  <a:pt x="0" y="666496"/>
                </a:lnTo>
                <a:lnTo>
                  <a:pt x="65443" y="666496"/>
                </a:lnTo>
                <a:lnTo>
                  <a:pt x="65339" y="276723"/>
                </a:lnTo>
                <a:lnTo>
                  <a:pt x="64211" y="167639"/>
                </a:lnTo>
                <a:lnTo>
                  <a:pt x="89787" y="201564"/>
                </a:lnTo>
                <a:lnTo>
                  <a:pt x="118630" y="238594"/>
                </a:lnTo>
                <a:lnTo>
                  <a:pt x="488226" y="667651"/>
                </a:lnTo>
                <a:lnTo>
                  <a:pt x="488226" y="4546"/>
                </a:lnTo>
                <a:lnTo>
                  <a:pt x="422782" y="4546"/>
                </a:lnTo>
                <a:lnTo>
                  <a:pt x="422877" y="443990"/>
                </a:lnTo>
                <a:lnTo>
                  <a:pt x="423900" y="512254"/>
                </a:lnTo>
                <a:lnTo>
                  <a:pt x="382739" y="4584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636291" y="2684515"/>
            <a:ext cx="668449" cy="901136"/>
          </a:xfrm>
          <a:custGeom>
            <a:rect b="b" l="l" r="r" t="t"/>
            <a:pathLst>
              <a:path extrusionOk="0" h="676275" w="501650">
                <a:moveTo>
                  <a:pt x="501180" y="0"/>
                </a:moveTo>
                <a:lnTo>
                  <a:pt x="426478" y="0"/>
                </a:lnTo>
                <a:lnTo>
                  <a:pt x="278003" y="434987"/>
                </a:lnTo>
                <a:lnTo>
                  <a:pt x="272558" y="449864"/>
                </a:lnTo>
                <a:lnTo>
                  <a:pt x="266311" y="468198"/>
                </a:lnTo>
                <a:lnTo>
                  <a:pt x="252476" y="510628"/>
                </a:lnTo>
                <a:lnTo>
                  <a:pt x="245428" y="488837"/>
                </a:lnTo>
                <a:lnTo>
                  <a:pt x="232403" y="449864"/>
                </a:lnTo>
                <a:lnTo>
                  <a:pt x="226949" y="434987"/>
                </a:lnTo>
                <a:lnTo>
                  <a:pt x="77546" y="0"/>
                </a:lnTo>
                <a:lnTo>
                  <a:pt x="0" y="0"/>
                </a:lnTo>
                <a:lnTo>
                  <a:pt x="0" y="9448"/>
                </a:lnTo>
                <a:lnTo>
                  <a:pt x="246811" y="676122"/>
                </a:lnTo>
                <a:lnTo>
                  <a:pt x="254368" y="676122"/>
                </a:lnTo>
                <a:lnTo>
                  <a:pt x="501180" y="9448"/>
                </a:lnTo>
                <a:lnTo>
                  <a:pt x="5011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426405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324909" y="2684514"/>
            <a:ext cx="87997" cy="882521"/>
          </a:xfrm>
          <a:custGeom>
            <a:rect b="b" l="l" r="r" t="t"/>
            <a:pathLst>
              <a:path extrusionOk="0" h="662305" w="66039">
                <a:moveTo>
                  <a:pt x="65747" y="0"/>
                </a:moveTo>
                <a:lnTo>
                  <a:pt x="0" y="0"/>
                </a:lnTo>
                <a:lnTo>
                  <a:pt x="0" y="661936"/>
                </a:lnTo>
                <a:lnTo>
                  <a:pt x="65747" y="661936"/>
                </a:lnTo>
                <a:lnTo>
                  <a:pt x="657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644655" y="2665614"/>
            <a:ext cx="566065" cy="920598"/>
          </a:xfrm>
          <a:custGeom>
            <a:rect b="b" l="l" r="r" t="t"/>
            <a:pathLst>
              <a:path extrusionOk="0" h="690880" w="424814">
                <a:moveTo>
                  <a:pt x="221132" y="0"/>
                </a:moveTo>
                <a:lnTo>
                  <a:pt x="169132" y="5101"/>
                </a:lnTo>
                <a:lnTo>
                  <a:pt x="123960" y="19686"/>
                </a:lnTo>
                <a:lnTo>
                  <a:pt x="86787" y="42678"/>
                </a:lnTo>
                <a:lnTo>
                  <a:pt x="58784" y="72997"/>
                </a:lnTo>
                <a:lnTo>
                  <a:pt x="41123" y="109566"/>
                </a:lnTo>
                <a:lnTo>
                  <a:pt x="34975" y="151307"/>
                </a:lnTo>
                <a:lnTo>
                  <a:pt x="40189" y="194647"/>
                </a:lnTo>
                <a:lnTo>
                  <a:pt x="54703" y="231918"/>
                </a:lnTo>
                <a:lnTo>
                  <a:pt x="76827" y="264100"/>
                </a:lnTo>
                <a:lnTo>
                  <a:pt x="104869" y="292175"/>
                </a:lnTo>
                <a:lnTo>
                  <a:pt x="137138" y="317125"/>
                </a:lnTo>
                <a:lnTo>
                  <a:pt x="171944" y="339931"/>
                </a:lnTo>
                <a:lnTo>
                  <a:pt x="207595" y="361575"/>
                </a:lnTo>
                <a:lnTo>
                  <a:pt x="242401" y="383037"/>
                </a:lnTo>
                <a:lnTo>
                  <a:pt x="274670" y="405300"/>
                </a:lnTo>
                <a:lnTo>
                  <a:pt x="324835" y="456152"/>
                </a:lnTo>
                <a:lnTo>
                  <a:pt x="344563" y="521982"/>
                </a:lnTo>
                <a:lnTo>
                  <a:pt x="336173" y="565765"/>
                </a:lnTo>
                <a:lnTo>
                  <a:pt x="312162" y="598465"/>
                </a:lnTo>
                <a:lnTo>
                  <a:pt x="274269" y="618930"/>
                </a:lnTo>
                <a:lnTo>
                  <a:pt x="224231" y="626008"/>
                </a:lnTo>
                <a:lnTo>
                  <a:pt x="177749" y="620734"/>
                </a:lnTo>
                <a:lnTo>
                  <a:pt x="133970" y="604380"/>
                </a:lnTo>
                <a:lnTo>
                  <a:pt x="92895" y="576148"/>
                </a:lnTo>
                <a:lnTo>
                  <a:pt x="54521" y="535241"/>
                </a:lnTo>
                <a:lnTo>
                  <a:pt x="0" y="584403"/>
                </a:lnTo>
                <a:lnTo>
                  <a:pt x="38347" y="623738"/>
                </a:lnTo>
                <a:lnTo>
                  <a:pt x="80393" y="653545"/>
                </a:lnTo>
                <a:lnTo>
                  <a:pt x="125893" y="674277"/>
                </a:lnTo>
                <a:lnTo>
                  <a:pt x="174602" y="686385"/>
                </a:lnTo>
                <a:lnTo>
                  <a:pt x="226275" y="690321"/>
                </a:lnTo>
                <a:lnTo>
                  <a:pt x="281691" y="684720"/>
                </a:lnTo>
                <a:lnTo>
                  <a:pt x="329851" y="668532"/>
                </a:lnTo>
                <a:lnTo>
                  <a:pt x="369500" y="642677"/>
                </a:lnTo>
                <a:lnTo>
                  <a:pt x="399377" y="608075"/>
                </a:lnTo>
                <a:lnTo>
                  <a:pt x="418226" y="565649"/>
                </a:lnTo>
                <a:lnTo>
                  <a:pt x="424789" y="516318"/>
                </a:lnTo>
                <a:lnTo>
                  <a:pt x="419558" y="471339"/>
                </a:lnTo>
                <a:lnTo>
                  <a:pt x="404996" y="432653"/>
                </a:lnTo>
                <a:lnTo>
                  <a:pt x="382799" y="399304"/>
                </a:lnTo>
                <a:lnTo>
                  <a:pt x="354664" y="370332"/>
                </a:lnTo>
                <a:lnTo>
                  <a:pt x="322287" y="344779"/>
                </a:lnTo>
                <a:lnTo>
                  <a:pt x="287366" y="321688"/>
                </a:lnTo>
                <a:lnTo>
                  <a:pt x="216675" y="279056"/>
                </a:lnTo>
                <a:lnTo>
                  <a:pt x="184298" y="257599"/>
                </a:lnTo>
                <a:lnTo>
                  <a:pt x="156163" y="234771"/>
                </a:lnTo>
                <a:lnTo>
                  <a:pt x="133966" y="209613"/>
                </a:lnTo>
                <a:lnTo>
                  <a:pt x="119404" y="181167"/>
                </a:lnTo>
                <a:lnTo>
                  <a:pt x="114173" y="148475"/>
                </a:lnTo>
                <a:lnTo>
                  <a:pt x="121596" y="114574"/>
                </a:lnTo>
                <a:lnTo>
                  <a:pt x="142713" y="87949"/>
                </a:lnTo>
                <a:lnTo>
                  <a:pt x="175787" y="70546"/>
                </a:lnTo>
                <a:lnTo>
                  <a:pt x="219087" y="64312"/>
                </a:lnTo>
                <a:lnTo>
                  <a:pt x="256079" y="68153"/>
                </a:lnTo>
                <a:lnTo>
                  <a:pt x="289021" y="80149"/>
                </a:lnTo>
                <a:lnTo>
                  <a:pt x="318880" y="101013"/>
                </a:lnTo>
                <a:lnTo>
                  <a:pt x="346621" y="131457"/>
                </a:lnTo>
                <a:lnTo>
                  <a:pt x="401129" y="85128"/>
                </a:lnTo>
                <a:lnTo>
                  <a:pt x="363457" y="46687"/>
                </a:lnTo>
                <a:lnTo>
                  <a:pt x="321160" y="20218"/>
                </a:lnTo>
                <a:lnTo>
                  <a:pt x="273849" y="4921"/>
                </a:lnTo>
                <a:lnTo>
                  <a:pt x="2211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576132" y="2665619"/>
            <a:ext cx="829215" cy="920598"/>
          </a:xfrm>
          <a:custGeom>
            <a:rect b="b" l="l" r="r" t="t"/>
            <a:pathLst>
              <a:path extrusionOk="0" h="690880" w="622300">
                <a:moveTo>
                  <a:pt x="311531" y="0"/>
                </a:moveTo>
                <a:lnTo>
                  <a:pt x="262256" y="3564"/>
                </a:lnTo>
                <a:lnTo>
                  <a:pt x="216309" y="13980"/>
                </a:lnTo>
                <a:lnTo>
                  <a:pt x="173978" y="30828"/>
                </a:lnTo>
                <a:lnTo>
                  <a:pt x="135551" y="53691"/>
                </a:lnTo>
                <a:lnTo>
                  <a:pt x="101313" y="82151"/>
                </a:lnTo>
                <a:lnTo>
                  <a:pt x="71555" y="115791"/>
                </a:lnTo>
                <a:lnTo>
                  <a:pt x="46562" y="154192"/>
                </a:lnTo>
                <a:lnTo>
                  <a:pt x="26622" y="196936"/>
                </a:lnTo>
                <a:lnTo>
                  <a:pt x="12023" y="243607"/>
                </a:lnTo>
                <a:lnTo>
                  <a:pt x="3053" y="293785"/>
                </a:lnTo>
                <a:lnTo>
                  <a:pt x="0" y="347052"/>
                </a:lnTo>
                <a:lnTo>
                  <a:pt x="3034" y="399379"/>
                </a:lnTo>
                <a:lnTo>
                  <a:pt x="11951" y="448785"/>
                </a:lnTo>
                <a:lnTo>
                  <a:pt x="26471" y="494837"/>
                </a:lnTo>
                <a:lnTo>
                  <a:pt x="46312" y="537100"/>
                </a:lnTo>
                <a:lnTo>
                  <a:pt x="71196" y="575138"/>
                </a:lnTo>
                <a:lnTo>
                  <a:pt x="100840" y="608517"/>
                </a:lnTo>
                <a:lnTo>
                  <a:pt x="134967" y="636802"/>
                </a:lnTo>
                <a:lnTo>
                  <a:pt x="173294" y="659559"/>
                </a:lnTo>
                <a:lnTo>
                  <a:pt x="215542" y="676352"/>
                </a:lnTo>
                <a:lnTo>
                  <a:pt x="261431" y="686746"/>
                </a:lnTo>
                <a:lnTo>
                  <a:pt x="310680" y="690308"/>
                </a:lnTo>
                <a:lnTo>
                  <a:pt x="359765" y="686745"/>
                </a:lnTo>
                <a:lnTo>
                  <a:pt x="405595" y="676340"/>
                </a:lnTo>
                <a:lnTo>
                  <a:pt x="447869" y="659520"/>
                </a:lnTo>
                <a:lnTo>
                  <a:pt x="486289" y="636711"/>
                </a:lnTo>
                <a:lnTo>
                  <a:pt x="504938" y="621271"/>
                </a:lnTo>
                <a:lnTo>
                  <a:pt x="311531" y="621271"/>
                </a:lnTo>
                <a:lnTo>
                  <a:pt x="265417" y="617094"/>
                </a:lnTo>
                <a:lnTo>
                  <a:pt x="223099" y="604947"/>
                </a:lnTo>
                <a:lnTo>
                  <a:pt x="185011" y="585407"/>
                </a:lnTo>
                <a:lnTo>
                  <a:pt x="151589" y="559050"/>
                </a:lnTo>
                <a:lnTo>
                  <a:pt x="123269" y="526451"/>
                </a:lnTo>
                <a:lnTo>
                  <a:pt x="100484" y="488186"/>
                </a:lnTo>
                <a:lnTo>
                  <a:pt x="83670" y="444832"/>
                </a:lnTo>
                <a:lnTo>
                  <a:pt x="73263" y="396965"/>
                </a:lnTo>
                <a:lnTo>
                  <a:pt x="69697" y="345160"/>
                </a:lnTo>
                <a:lnTo>
                  <a:pt x="73263" y="293355"/>
                </a:lnTo>
                <a:lnTo>
                  <a:pt x="83670" y="245486"/>
                </a:lnTo>
                <a:lnTo>
                  <a:pt x="100484" y="202131"/>
                </a:lnTo>
                <a:lnTo>
                  <a:pt x="123269" y="163864"/>
                </a:lnTo>
                <a:lnTo>
                  <a:pt x="151589" y="131263"/>
                </a:lnTo>
                <a:lnTo>
                  <a:pt x="185011" y="104903"/>
                </a:lnTo>
                <a:lnTo>
                  <a:pt x="223099" y="85362"/>
                </a:lnTo>
                <a:lnTo>
                  <a:pt x="265417" y="73214"/>
                </a:lnTo>
                <a:lnTo>
                  <a:pt x="311531" y="69037"/>
                </a:lnTo>
                <a:lnTo>
                  <a:pt x="505461" y="69037"/>
                </a:lnTo>
                <a:lnTo>
                  <a:pt x="486879" y="53600"/>
                </a:lnTo>
                <a:lnTo>
                  <a:pt x="448559" y="30789"/>
                </a:lnTo>
                <a:lnTo>
                  <a:pt x="406367" y="13968"/>
                </a:lnTo>
                <a:lnTo>
                  <a:pt x="360593" y="3563"/>
                </a:lnTo>
                <a:lnTo>
                  <a:pt x="311531" y="0"/>
                </a:lnTo>
                <a:close/>
              </a:path>
              <a:path extrusionOk="0" h="690880" w="622300">
                <a:moveTo>
                  <a:pt x="505461" y="69037"/>
                </a:moveTo>
                <a:lnTo>
                  <a:pt x="311531" y="69037"/>
                </a:lnTo>
                <a:lnTo>
                  <a:pt x="357167" y="73214"/>
                </a:lnTo>
                <a:lnTo>
                  <a:pt x="399169" y="85362"/>
                </a:lnTo>
                <a:lnTo>
                  <a:pt x="437073" y="104903"/>
                </a:lnTo>
                <a:lnTo>
                  <a:pt x="470416" y="131263"/>
                </a:lnTo>
                <a:lnTo>
                  <a:pt x="498736" y="163864"/>
                </a:lnTo>
                <a:lnTo>
                  <a:pt x="521569" y="202131"/>
                </a:lnTo>
                <a:lnTo>
                  <a:pt x="538451" y="245486"/>
                </a:lnTo>
                <a:lnTo>
                  <a:pt x="548920" y="293355"/>
                </a:lnTo>
                <a:lnTo>
                  <a:pt x="552513" y="345160"/>
                </a:lnTo>
                <a:lnTo>
                  <a:pt x="548920" y="396965"/>
                </a:lnTo>
                <a:lnTo>
                  <a:pt x="538451" y="444832"/>
                </a:lnTo>
                <a:lnTo>
                  <a:pt x="521569" y="488186"/>
                </a:lnTo>
                <a:lnTo>
                  <a:pt x="498736" y="526451"/>
                </a:lnTo>
                <a:lnTo>
                  <a:pt x="470416" y="559050"/>
                </a:lnTo>
                <a:lnTo>
                  <a:pt x="437073" y="585407"/>
                </a:lnTo>
                <a:lnTo>
                  <a:pt x="399169" y="604947"/>
                </a:lnTo>
                <a:lnTo>
                  <a:pt x="357167" y="617094"/>
                </a:lnTo>
                <a:lnTo>
                  <a:pt x="311531" y="621271"/>
                </a:lnTo>
                <a:lnTo>
                  <a:pt x="504938" y="621271"/>
                </a:lnTo>
                <a:lnTo>
                  <a:pt x="550372" y="574831"/>
                </a:lnTo>
                <a:lnTo>
                  <a:pt x="575437" y="536612"/>
                </a:lnTo>
                <a:lnTo>
                  <a:pt x="595452" y="494109"/>
                </a:lnTo>
                <a:lnTo>
                  <a:pt x="610119" y="447749"/>
                </a:lnTo>
                <a:lnTo>
                  <a:pt x="619138" y="397957"/>
                </a:lnTo>
                <a:lnTo>
                  <a:pt x="622211" y="345160"/>
                </a:lnTo>
                <a:lnTo>
                  <a:pt x="619157" y="292363"/>
                </a:lnTo>
                <a:lnTo>
                  <a:pt x="610192" y="242570"/>
                </a:lnTo>
                <a:lnTo>
                  <a:pt x="595605" y="196209"/>
                </a:lnTo>
                <a:lnTo>
                  <a:pt x="575689" y="153704"/>
                </a:lnTo>
                <a:lnTo>
                  <a:pt x="550735" y="115484"/>
                </a:lnTo>
                <a:lnTo>
                  <a:pt x="521035" y="81974"/>
                </a:lnTo>
                <a:lnTo>
                  <a:pt x="505461" y="690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18360" y="2678736"/>
            <a:ext cx="1730351" cy="904520"/>
          </a:xfrm>
          <a:custGeom>
            <a:rect b="b" l="l" r="r" t="t"/>
            <a:pathLst>
              <a:path extrusionOk="0" h="678814" w="1298575">
                <a:moveTo>
                  <a:pt x="479018" y="0"/>
                </a:moveTo>
                <a:lnTo>
                  <a:pt x="334200" y="320636"/>
                </a:lnTo>
                <a:lnTo>
                  <a:pt x="326174" y="339522"/>
                </a:lnTo>
                <a:lnTo>
                  <a:pt x="284619" y="441312"/>
                </a:lnTo>
                <a:lnTo>
                  <a:pt x="265848" y="386819"/>
                </a:lnTo>
                <a:lnTo>
                  <a:pt x="247734" y="336495"/>
                </a:lnTo>
                <a:lnTo>
                  <a:pt x="118186" y="584"/>
                </a:lnTo>
                <a:lnTo>
                  <a:pt x="0" y="584"/>
                </a:lnTo>
                <a:lnTo>
                  <a:pt x="280657" y="678218"/>
                </a:lnTo>
                <a:lnTo>
                  <a:pt x="425310" y="348919"/>
                </a:lnTo>
                <a:lnTo>
                  <a:pt x="456783" y="272672"/>
                </a:lnTo>
                <a:lnTo>
                  <a:pt x="476097" y="223037"/>
                </a:lnTo>
                <a:lnTo>
                  <a:pt x="495088" y="271881"/>
                </a:lnTo>
                <a:lnTo>
                  <a:pt x="504523" y="295187"/>
                </a:lnTo>
                <a:lnTo>
                  <a:pt x="526834" y="348792"/>
                </a:lnTo>
                <a:lnTo>
                  <a:pt x="669582" y="678103"/>
                </a:lnTo>
                <a:lnTo>
                  <a:pt x="901268" y="114884"/>
                </a:lnTo>
                <a:lnTo>
                  <a:pt x="902106" y="118490"/>
                </a:lnTo>
                <a:lnTo>
                  <a:pt x="902106" y="667892"/>
                </a:lnTo>
                <a:lnTo>
                  <a:pt x="1298384" y="667892"/>
                </a:lnTo>
                <a:lnTo>
                  <a:pt x="1298384" y="566661"/>
                </a:lnTo>
                <a:lnTo>
                  <a:pt x="1016127" y="566661"/>
                </a:lnTo>
                <a:lnTo>
                  <a:pt x="1016127" y="369138"/>
                </a:lnTo>
                <a:lnTo>
                  <a:pt x="1222717" y="369138"/>
                </a:lnTo>
                <a:lnTo>
                  <a:pt x="1222717" y="268871"/>
                </a:lnTo>
                <a:lnTo>
                  <a:pt x="1016127" y="268871"/>
                </a:lnTo>
                <a:lnTo>
                  <a:pt x="1016127" y="101828"/>
                </a:lnTo>
                <a:lnTo>
                  <a:pt x="1280693" y="101828"/>
                </a:lnTo>
                <a:lnTo>
                  <a:pt x="1280693" y="584"/>
                </a:lnTo>
                <a:lnTo>
                  <a:pt x="833081" y="584"/>
                </a:lnTo>
                <a:lnTo>
                  <a:pt x="713701" y="317347"/>
                </a:lnTo>
                <a:lnTo>
                  <a:pt x="703203" y="345917"/>
                </a:lnTo>
                <a:lnTo>
                  <a:pt x="670064" y="440994"/>
                </a:lnTo>
                <a:lnTo>
                  <a:pt x="649604" y="387359"/>
                </a:lnTo>
                <a:lnTo>
                  <a:pt x="639402" y="361780"/>
                </a:lnTo>
                <a:lnTo>
                  <a:pt x="629992" y="339098"/>
                </a:lnTo>
                <a:lnTo>
                  <a:pt x="4790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018360" y="3784450"/>
            <a:ext cx="6150573" cy="400223"/>
          </a:xfrm>
          <a:custGeom>
            <a:rect b="b" l="l" r="r" t="t"/>
            <a:pathLst>
              <a:path extrusionOk="0" h="300355" w="4615815">
                <a:moveTo>
                  <a:pt x="4615294" y="0"/>
                </a:moveTo>
                <a:lnTo>
                  <a:pt x="0" y="0"/>
                </a:lnTo>
                <a:lnTo>
                  <a:pt x="0" y="300151"/>
                </a:lnTo>
                <a:lnTo>
                  <a:pt x="4615294" y="300151"/>
                </a:lnTo>
                <a:lnTo>
                  <a:pt x="4615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399" u="none" cap="none" strike="noStrike">
              <a:solidFill>
                <a:srgbClr val="000000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187770" y="3846567"/>
            <a:ext cx="58188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16929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b="1" lang="en-US" sz="14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rPr>
              <a:t>STAY IN MOTION</a:t>
            </a:r>
            <a:endParaRPr sz="16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852411" y="5402900"/>
            <a:ext cx="70461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hakra Petch"/>
              <a:buNone/>
              <a:defRPr sz="2000">
                <a:solidFill>
                  <a:schemeClr val="l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" name="Google Shape;197;p17"/>
          <p:cNvSpPr txBox="1"/>
          <p:nvPr>
            <p:ph idx="1" type="subTitle"/>
          </p:nvPr>
        </p:nvSpPr>
        <p:spPr>
          <a:xfrm>
            <a:off x="839781" y="5883700"/>
            <a:ext cx="7071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idx="10" type="dt"/>
          </p:nvPr>
        </p:nvSpPr>
        <p:spPr>
          <a:xfrm>
            <a:off x="304721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11" type="ftr"/>
          </p:nvPr>
        </p:nvSpPr>
        <p:spPr>
          <a:xfrm>
            <a:off x="2082258" y="4237567"/>
            <a:ext cx="1929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4367662" y="4237567"/>
            <a:ext cx="1422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225" lIns="60500" spcFirstLastPara="1" rIns="60500" wrap="square" tIns="302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seul 1">
  <p:cSld name="Corps - Titre seul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/>
          <p:nvPr>
            <p:ph type="title"/>
          </p:nvPr>
        </p:nvSpPr>
        <p:spPr>
          <a:xfrm>
            <a:off x="839781" y="165100"/>
            <a:ext cx="112686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hakra Petch"/>
              <a:buNone/>
              <a:defRPr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9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2">
  <p:cSld name="TITLE_ONLY_6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000" lIns="18000" spcFirstLastPara="1" rIns="18000" wrap="square" tIns="18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b="1" sz="2666"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20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None/>
              <a:defRPr sz="1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20"/>
          <p:cNvSpPr txBox="1"/>
          <p:nvPr>
            <p:ph idx="12" type="sldNum"/>
          </p:nvPr>
        </p:nvSpPr>
        <p:spPr>
          <a:xfrm>
            <a:off x="-50954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l"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0"/>
          <p:cNvSpPr txBox="1"/>
          <p:nvPr>
            <p:ph idx="2" type="body"/>
          </p:nvPr>
        </p:nvSpPr>
        <p:spPr>
          <a:xfrm>
            <a:off x="839781" y="1080000"/>
            <a:ext cx="103857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18000" spcFirstLastPara="1" rIns="18000" wrap="square" tIns="18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\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">
  <p:cSld name="TITLE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0" name="Google Shape;230;p26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2L + Sous-Titre 2 1">
  <p:cSld name="TITLE_ONLY_2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4" name="Google Shape;234;p27"/>
          <p:cNvSpPr/>
          <p:nvPr/>
        </p:nvSpPr>
        <p:spPr>
          <a:xfrm>
            <a:off x="942820" y="13537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s - Titre + Sous-Titre 1 1">
  <p:cSld name="TITLE_ONLY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839781" y="386933"/>
            <a:ext cx="11268600" cy="451200"/>
          </a:xfrm>
          <a:prstGeom prst="rect">
            <a:avLst/>
          </a:prstGeom>
        </p:spPr>
        <p:txBody>
          <a:bodyPr anchorCtr="0" anchor="b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b="1"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28"/>
          <p:cNvSpPr/>
          <p:nvPr/>
        </p:nvSpPr>
        <p:spPr>
          <a:xfrm>
            <a:off x="942820" y="947329"/>
            <a:ext cx="656601" cy="0"/>
          </a:xfrm>
          <a:custGeom>
            <a:rect b="b" l="l" r="r" t="t"/>
            <a:pathLst>
              <a:path extrusionOk="0" h="120000" w="492759">
                <a:moveTo>
                  <a:pt x="492480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E51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839781" y="125333"/>
            <a:ext cx="10953600" cy="261600"/>
          </a:xfrm>
          <a:prstGeom prst="rect">
            <a:avLst/>
          </a:prstGeom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9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 1">
  <p:cSld name="OBJECT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2">
            <a:alphaModFix/>
          </a:blip>
          <a:srcRect b="23643" l="3691" r="3802" t="20224"/>
          <a:stretch/>
        </p:blipFill>
        <p:spPr>
          <a:xfrm>
            <a:off x="10140634" y="6492875"/>
            <a:ext cx="2048193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ctrTitle"/>
          </p:nvPr>
        </p:nvSpPr>
        <p:spPr>
          <a:xfrm>
            <a:off x="685621" y="2130425"/>
            <a:ext cx="77703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1" type="subTitle"/>
          </p:nvPr>
        </p:nvSpPr>
        <p:spPr>
          <a:xfrm>
            <a:off x="1371243" y="3886200"/>
            <a:ext cx="6399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3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722125" y="4406900"/>
            <a:ext cx="7770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722125" y="2906713"/>
            <a:ext cx="77703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4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457081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5" name="Google Shape;275;p35"/>
          <p:cNvSpPr txBox="1"/>
          <p:nvPr>
            <p:ph idx="2" type="body"/>
          </p:nvPr>
        </p:nvSpPr>
        <p:spPr>
          <a:xfrm>
            <a:off x="4646990" y="1600200"/>
            <a:ext cx="4037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6" name="Google Shape;276;p35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35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6"/>
          <p:cNvSpPr txBox="1"/>
          <p:nvPr>
            <p:ph idx="1" type="body"/>
          </p:nvPr>
        </p:nvSpPr>
        <p:spPr>
          <a:xfrm>
            <a:off x="457081" y="1535113"/>
            <a:ext cx="403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2" name="Google Shape;282;p36"/>
          <p:cNvSpPr txBox="1"/>
          <p:nvPr>
            <p:ph idx="2" type="body"/>
          </p:nvPr>
        </p:nvSpPr>
        <p:spPr>
          <a:xfrm>
            <a:off x="457081" y="2174875"/>
            <a:ext cx="403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3" name="Google Shape;283;p36"/>
          <p:cNvSpPr txBox="1"/>
          <p:nvPr>
            <p:ph idx="3" type="body"/>
          </p:nvPr>
        </p:nvSpPr>
        <p:spPr>
          <a:xfrm>
            <a:off x="4643815" y="1535113"/>
            <a:ext cx="4040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4" name="Google Shape;284;p36"/>
          <p:cNvSpPr txBox="1"/>
          <p:nvPr>
            <p:ph idx="4" type="body"/>
          </p:nvPr>
        </p:nvSpPr>
        <p:spPr>
          <a:xfrm>
            <a:off x="4643815" y="2174875"/>
            <a:ext cx="40407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36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36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457081" y="273050"/>
            <a:ext cx="30075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574119" y="273050"/>
            <a:ext cx="51105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2" type="body"/>
          </p:nvPr>
        </p:nvSpPr>
        <p:spPr>
          <a:xfrm>
            <a:off x="457081" y="1435100"/>
            <a:ext cx="30075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38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8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type="title"/>
          </p:nvPr>
        </p:nvSpPr>
        <p:spPr>
          <a:xfrm>
            <a:off x="1791821" y="4800600"/>
            <a:ext cx="54849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/>
          <p:nvPr>
            <p:ph idx="2" type="pic"/>
          </p:nvPr>
        </p:nvSpPr>
        <p:spPr>
          <a:xfrm>
            <a:off x="1791821" y="612775"/>
            <a:ext cx="54849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791821" y="5367338"/>
            <a:ext cx="5484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4" name="Google Shape;304;p39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 rot="5400000">
            <a:off x="2307738" y="-250500"/>
            <a:ext cx="4526100" cy="82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4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 rot="5400000">
            <a:off x="4730388" y="2171988"/>
            <a:ext cx="5851500" cy="20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body"/>
          </p:nvPr>
        </p:nvSpPr>
        <p:spPr>
          <a:xfrm rot="5400000">
            <a:off x="540413" y="191238"/>
            <a:ext cx="5851500" cy="6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 1 2" showMasterSp="0">
  <p:cSld name="Title and Content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/>
          <p:nvPr/>
        </p:nvSpPr>
        <p:spPr>
          <a:xfrm>
            <a:off x="0" y="0"/>
            <a:ext cx="559296" cy="6854560"/>
          </a:xfrm>
          <a:custGeom>
            <a:rect b="b" l="l" r="r" t="t"/>
            <a:pathLst>
              <a:path extrusionOk="0" h="5144135" w="419734">
                <a:moveTo>
                  <a:pt x="419404" y="0"/>
                </a:moveTo>
                <a:lnTo>
                  <a:pt x="0" y="0"/>
                </a:lnTo>
                <a:lnTo>
                  <a:pt x="0" y="5143677"/>
                </a:lnTo>
                <a:lnTo>
                  <a:pt x="419404" y="5143677"/>
                </a:lnTo>
                <a:lnTo>
                  <a:pt x="419404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/>
          <p:nvPr/>
        </p:nvSpPr>
        <p:spPr>
          <a:xfrm>
            <a:off x="11486924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11960151" y="6494764"/>
            <a:ext cx="85459" cy="115921"/>
          </a:xfrm>
          <a:custGeom>
            <a:rect b="b" l="l" r="r" t="t"/>
            <a:pathLst>
              <a:path extrusionOk="0" h="86995" w="64134">
                <a:moveTo>
                  <a:pt x="0" y="0"/>
                </a:moveTo>
                <a:lnTo>
                  <a:pt x="0" y="86753"/>
                </a:lnTo>
                <a:lnTo>
                  <a:pt x="8521" y="86753"/>
                </a:lnTo>
                <a:lnTo>
                  <a:pt x="8521" y="40017"/>
                </a:lnTo>
                <a:lnTo>
                  <a:pt x="8356" y="21818"/>
                </a:lnTo>
                <a:lnTo>
                  <a:pt x="15443" y="31064"/>
                </a:lnTo>
                <a:lnTo>
                  <a:pt x="63550" y="86906"/>
                </a:lnTo>
                <a:lnTo>
                  <a:pt x="63550" y="596"/>
                </a:lnTo>
                <a:lnTo>
                  <a:pt x="55029" y="596"/>
                </a:lnTo>
                <a:lnTo>
                  <a:pt x="55029" y="55029"/>
                </a:lnTo>
                <a:lnTo>
                  <a:pt x="55181" y="66674"/>
                </a:lnTo>
                <a:lnTo>
                  <a:pt x="49822" y="59677"/>
                </a:lnTo>
                <a:lnTo>
                  <a:pt x="0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/>
          <p:nvPr/>
        </p:nvSpPr>
        <p:spPr>
          <a:xfrm>
            <a:off x="11584869" y="6495566"/>
            <a:ext cx="114229" cy="117612"/>
          </a:xfrm>
          <a:custGeom>
            <a:rect b="b" l="l" r="r" t="t"/>
            <a:pathLst>
              <a:path extrusionOk="0" h="88264" w="85725">
                <a:moveTo>
                  <a:pt x="65227" y="0"/>
                </a:moveTo>
                <a:lnTo>
                  <a:pt x="55499" y="0"/>
                </a:lnTo>
                <a:lnTo>
                  <a:pt x="36182" y="56616"/>
                </a:lnTo>
                <a:lnTo>
                  <a:pt x="35318" y="58826"/>
                </a:lnTo>
                <a:lnTo>
                  <a:pt x="32854" y="66459"/>
                </a:lnTo>
                <a:lnTo>
                  <a:pt x="30391" y="58826"/>
                </a:lnTo>
                <a:lnTo>
                  <a:pt x="29527" y="56616"/>
                </a:lnTo>
                <a:lnTo>
                  <a:pt x="10083" y="0"/>
                </a:lnTo>
                <a:lnTo>
                  <a:pt x="0" y="0"/>
                </a:lnTo>
                <a:lnTo>
                  <a:pt x="0" y="1219"/>
                </a:lnTo>
                <a:lnTo>
                  <a:pt x="32118" y="87998"/>
                </a:lnTo>
                <a:lnTo>
                  <a:pt x="33096" y="87998"/>
                </a:lnTo>
                <a:lnTo>
                  <a:pt x="65227" y="1219"/>
                </a:lnTo>
                <a:lnTo>
                  <a:pt x="65227" y="0"/>
                </a:lnTo>
                <a:close/>
              </a:path>
              <a:path extrusionOk="0" h="88264" w="85725">
                <a:moveTo>
                  <a:pt x="85699" y="0"/>
                </a:moveTo>
                <a:lnTo>
                  <a:pt x="77139" y="0"/>
                </a:lnTo>
                <a:lnTo>
                  <a:pt x="77139" y="86156"/>
                </a:lnTo>
                <a:lnTo>
                  <a:pt x="85699" y="86156"/>
                </a:lnTo>
                <a:lnTo>
                  <a:pt x="85699" y="0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/>
          <p:nvPr/>
        </p:nvSpPr>
        <p:spPr>
          <a:xfrm>
            <a:off x="11716101" y="6493096"/>
            <a:ext cx="229302" cy="120152"/>
          </a:xfrm>
          <a:custGeom>
            <a:rect b="b" l="l" r="r" t="t"/>
            <a:pathLst>
              <a:path extrusionOk="0" h="90170" w="172084">
                <a:moveTo>
                  <a:pt x="55295" y="67208"/>
                </a:moveTo>
                <a:lnTo>
                  <a:pt x="48971" y="50990"/>
                </a:lnTo>
                <a:lnTo>
                  <a:pt x="35077" y="40462"/>
                </a:lnTo>
                <a:lnTo>
                  <a:pt x="21170" y="31330"/>
                </a:lnTo>
                <a:lnTo>
                  <a:pt x="14859" y="19329"/>
                </a:lnTo>
                <a:lnTo>
                  <a:pt x="14859" y="12928"/>
                </a:lnTo>
                <a:lnTo>
                  <a:pt x="20218" y="8382"/>
                </a:lnTo>
                <a:lnTo>
                  <a:pt x="35344" y="8382"/>
                </a:lnTo>
                <a:lnTo>
                  <a:pt x="40424" y="10960"/>
                </a:lnTo>
                <a:lnTo>
                  <a:pt x="45110" y="17119"/>
                </a:lnTo>
                <a:lnTo>
                  <a:pt x="52209" y="11087"/>
                </a:lnTo>
                <a:lnTo>
                  <a:pt x="47307" y="6083"/>
                </a:lnTo>
                <a:lnTo>
                  <a:pt x="41795" y="2641"/>
                </a:lnTo>
                <a:lnTo>
                  <a:pt x="35636" y="647"/>
                </a:lnTo>
                <a:lnTo>
                  <a:pt x="28778" y="12"/>
                </a:lnTo>
                <a:lnTo>
                  <a:pt x="18948" y="1473"/>
                </a:lnTo>
                <a:lnTo>
                  <a:pt x="11290" y="5562"/>
                </a:lnTo>
                <a:lnTo>
                  <a:pt x="6311" y="11798"/>
                </a:lnTo>
                <a:lnTo>
                  <a:pt x="4546" y="19697"/>
                </a:lnTo>
                <a:lnTo>
                  <a:pt x="10845" y="35331"/>
                </a:lnTo>
                <a:lnTo>
                  <a:pt x="24688" y="45669"/>
                </a:lnTo>
                <a:lnTo>
                  <a:pt x="38544" y="55079"/>
                </a:lnTo>
                <a:lnTo>
                  <a:pt x="44843" y="67945"/>
                </a:lnTo>
                <a:lnTo>
                  <a:pt x="44843" y="76441"/>
                </a:lnTo>
                <a:lnTo>
                  <a:pt x="38823" y="81483"/>
                </a:lnTo>
                <a:lnTo>
                  <a:pt x="20878" y="81483"/>
                </a:lnTo>
                <a:lnTo>
                  <a:pt x="13525" y="77914"/>
                </a:lnTo>
                <a:lnTo>
                  <a:pt x="7099" y="69672"/>
                </a:lnTo>
                <a:lnTo>
                  <a:pt x="0" y="76073"/>
                </a:lnTo>
                <a:lnTo>
                  <a:pt x="6311" y="82270"/>
                </a:lnTo>
                <a:lnTo>
                  <a:pt x="13373" y="86563"/>
                </a:lnTo>
                <a:lnTo>
                  <a:pt x="21107" y="89052"/>
                </a:lnTo>
                <a:lnTo>
                  <a:pt x="29451" y="89852"/>
                </a:lnTo>
                <a:lnTo>
                  <a:pt x="39928" y="88239"/>
                </a:lnTo>
                <a:lnTo>
                  <a:pt x="48094" y="83654"/>
                </a:lnTo>
                <a:lnTo>
                  <a:pt x="53403" y="76517"/>
                </a:lnTo>
                <a:lnTo>
                  <a:pt x="55295" y="67208"/>
                </a:lnTo>
                <a:close/>
              </a:path>
              <a:path extrusionOk="0" h="90170" w="172084">
                <a:moveTo>
                  <a:pt x="74980" y="1854"/>
                </a:moveTo>
                <a:lnTo>
                  <a:pt x="66421" y="1854"/>
                </a:lnTo>
                <a:lnTo>
                  <a:pt x="66421" y="88011"/>
                </a:lnTo>
                <a:lnTo>
                  <a:pt x="74980" y="88011"/>
                </a:lnTo>
                <a:lnTo>
                  <a:pt x="74980" y="1854"/>
                </a:lnTo>
                <a:close/>
              </a:path>
              <a:path extrusionOk="0" h="90170" w="172084">
                <a:moveTo>
                  <a:pt x="171945" y="44932"/>
                </a:moveTo>
                <a:lnTo>
                  <a:pt x="169011" y="27012"/>
                </a:lnTo>
                <a:lnTo>
                  <a:pt x="162877" y="16408"/>
                </a:lnTo>
                <a:lnTo>
                  <a:pt x="162877" y="44932"/>
                </a:lnTo>
                <a:lnTo>
                  <a:pt x="160566" y="59372"/>
                </a:lnTo>
                <a:lnTo>
                  <a:pt x="154114" y="70751"/>
                </a:lnTo>
                <a:lnTo>
                  <a:pt x="144195" y="78193"/>
                </a:lnTo>
                <a:lnTo>
                  <a:pt x="131508" y="80860"/>
                </a:lnTo>
                <a:lnTo>
                  <a:pt x="118694" y="78193"/>
                </a:lnTo>
                <a:lnTo>
                  <a:pt x="108750" y="70751"/>
                </a:lnTo>
                <a:lnTo>
                  <a:pt x="102311" y="59372"/>
                </a:lnTo>
                <a:lnTo>
                  <a:pt x="100025" y="44932"/>
                </a:lnTo>
                <a:lnTo>
                  <a:pt x="102311" y="30492"/>
                </a:lnTo>
                <a:lnTo>
                  <a:pt x="108750" y="19113"/>
                </a:lnTo>
                <a:lnTo>
                  <a:pt x="118694" y="11671"/>
                </a:lnTo>
                <a:lnTo>
                  <a:pt x="131508" y="8991"/>
                </a:lnTo>
                <a:lnTo>
                  <a:pt x="144195" y="11671"/>
                </a:lnTo>
                <a:lnTo>
                  <a:pt x="154114" y="19113"/>
                </a:lnTo>
                <a:lnTo>
                  <a:pt x="160566" y="30492"/>
                </a:lnTo>
                <a:lnTo>
                  <a:pt x="162877" y="44932"/>
                </a:lnTo>
                <a:lnTo>
                  <a:pt x="162877" y="16408"/>
                </a:lnTo>
                <a:lnTo>
                  <a:pt x="160782" y="12776"/>
                </a:lnTo>
                <a:lnTo>
                  <a:pt x="155638" y="8991"/>
                </a:lnTo>
                <a:lnTo>
                  <a:pt x="148005" y="3390"/>
                </a:lnTo>
                <a:lnTo>
                  <a:pt x="131508" y="0"/>
                </a:lnTo>
                <a:lnTo>
                  <a:pt x="114922" y="3390"/>
                </a:lnTo>
                <a:lnTo>
                  <a:pt x="102120" y="12801"/>
                </a:lnTo>
                <a:lnTo>
                  <a:pt x="93878" y="27114"/>
                </a:lnTo>
                <a:lnTo>
                  <a:pt x="90957" y="45173"/>
                </a:lnTo>
                <a:lnTo>
                  <a:pt x="93853" y="62966"/>
                </a:lnTo>
                <a:lnTo>
                  <a:pt x="102069" y="77114"/>
                </a:lnTo>
                <a:lnTo>
                  <a:pt x="114833" y="86474"/>
                </a:lnTo>
                <a:lnTo>
                  <a:pt x="131394" y="89852"/>
                </a:lnTo>
                <a:lnTo>
                  <a:pt x="147916" y="86474"/>
                </a:lnTo>
                <a:lnTo>
                  <a:pt x="155562" y="80860"/>
                </a:lnTo>
                <a:lnTo>
                  <a:pt x="160718" y="77089"/>
                </a:lnTo>
                <a:lnTo>
                  <a:pt x="168998" y="62865"/>
                </a:lnTo>
                <a:lnTo>
                  <a:pt x="171945" y="44932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2"/>
          <p:cNvSpPr/>
          <p:nvPr/>
        </p:nvSpPr>
        <p:spPr>
          <a:xfrm>
            <a:off x="11244111" y="6494815"/>
            <a:ext cx="225919" cy="117612"/>
          </a:xfrm>
          <a:custGeom>
            <a:rect b="b" l="l" r="r" t="t"/>
            <a:pathLst>
              <a:path extrusionOk="0" h="88264" w="169545">
                <a:moveTo>
                  <a:pt x="15379" y="76"/>
                </a:moveTo>
                <a:lnTo>
                  <a:pt x="0" y="76"/>
                </a:lnTo>
                <a:lnTo>
                  <a:pt x="36537" y="88265"/>
                </a:lnTo>
                <a:lnTo>
                  <a:pt x="50082" y="57429"/>
                </a:lnTo>
                <a:lnTo>
                  <a:pt x="37045" y="57429"/>
                </a:lnTo>
                <a:lnTo>
                  <a:pt x="34175" y="49047"/>
                </a:lnTo>
                <a:lnTo>
                  <a:pt x="32423" y="44157"/>
                </a:lnTo>
                <a:lnTo>
                  <a:pt x="15379" y="76"/>
                </a:lnTo>
                <a:close/>
              </a:path>
              <a:path extrusionOk="0" h="88264" w="169545">
                <a:moveTo>
                  <a:pt x="75282" y="29019"/>
                </a:moveTo>
                <a:lnTo>
                  <a:pt x="61975" y="29019"/>
                </a:lnTo>
                <a:lnTo>
                  <a:pt x="64879" y="36563"/>
                </a:lnTo>
                <a:lnTo>
                  <a:pt x="68591" y="45415"/>
                </a:lnTo>
                <a:lnTo>
                  <a:pt x="87147" y="88252"/>
                </a:lnTo>
                <a:lnTo>
                  <a:pt x="99845" y="57391"/>
                </a:lnTo>
                <a:lnTo>
                  <a:pt x="87210" y="57391"/>
                </a:lnTo>
                <a:lnTo>
                  <a:pt x="84060" y="49047"/>
                </a:lnTo>
                <a:lnTo>
                  <a:pt x="82207" y="44488"/>
                </a:lnTo>
                <a:lnTo>
                  <a:pt x="80949" y="41732"/>
                </a:lnTo>
                <a:lnTo>
                  <a:pt x="75282" y="29019"/>
                </a:lnTo>
                <a:close/>
              </a:path>
              <a:path extrusionOk="0" h="88264" w="169545">
                <a:moveTo>
                  <a:pt x="132257" y="14947"/>
                </a:moveTo>
                <a:lnTo>
                  <a:pt x="117309" y="14947"/>
                </a:lnTo>
                <a:lnTo>
                  <a:pt x="117424" y="86931"/>
                </a:lnTo>
                <a:lnTo>
                  <a:pt x="168998" y="86931"/>
                </a:lnTo>
                <a:lnTo>
                  <a:pt x="168998" y="73748"/>
                </a:lnTo>
                <a:lnTo>
                  <a:pt x="132257" y="73748"/>
                </a:lnTo>
                <a:lnTo>
                  <a:pt x="132257" y="48044"/>
                </a:lnTo>
                <a:lnTo>
                  <a:pt x="159143" y="48044"/>
                </a:lnTo>
                <a:lnTo>
                  <a:pt x="159143" y="34988"/>
                </a:lnTo>
                <a:lnTo>
                  <a:pt x="132257" y="34988"/>
                </a:lnTo>
                <a:lnTo>
                  <a:pt x="132257" y="14947"/>
                </a:lnTo>
                <a:close/>
              </a:path>
              <a:path extrusionOk="0" h="88264" w="169545">
                <a:moveTo>
                  <a:pt x="62344" y="0"/>
                </a:moveTo>
                <a:lnTo>
                  <a:pt x="43497" y="41732"/>
                </a:lnTo>
                <a:lnTo>
                  <a:pt x="42252" y="44589"/>
                </a:lnTo>
                <a:lnTo>
                  <a:pt x="37045" y="57429"/>
                </a:lnTo>
                <a:lnTo>
                  <a:pt x="50082" y="57429"/>
                </a:lnTo>
                <a:lnTo>
                  <a:pt x="55369" y="45389"/>
                </a:lnTo>
                <a:lnTo>
                  <a:pt x="59121" y="36423"/>
                </a:lnTo>
                <a:lnTo>
                  <a:pt x="61975" y="29019"/>
                </a:lnTo>
                <a:lnTo>
                  <a:pt x="75282" y="29019"/>
                </a:lnTo>
                <a:lnTo>
                  <a:pt x="62344" y="0"/>
                </a:lnTo>
                <a:close/>
              </a:path>
              <a:path extrusionOk="0" h="88264" w="169545">
                <a:moveTo>
                  <a:pt x="166700" y="76"/>
                </a:moveTo>
                <a:lnTo>
                  <a:pt x="108432" y="76"/>
                </a:lnTo>
                <a:lnTo>
                  <a:pt x="92900" y="41300"/>
                </a:lnTo>
                <a:lnTo>
                  <a:pt x="92100" y="43319"/>
                </a:lnTo>
                <a:lnTo>
                  <a:pt x="89979" y="49491"/>
                </a:lnTo>
                <a:lnTo>
                  <a:pt x="87210" y="57391"/>
                </a:lnTo>
                <a:lnTo>
                  <a:pt x="99845" y="57391"/>
                </a:lnTo>
                <a:lnTo>
                  <a:pt x="117309" y="14947"/>
                </a:lnTo>
                <a:lnTo>
                  <a:pt x="132257" y="14947"/>
                </a:lnTo>
                <a:lnTo>
                  <a:pt x="132257" y="13246"/>
                </a:lnTo>
                <a:lnTo>
                  <a:pt x="166700" y="13246"/>
                </a:lnTo>
                <a:lnTo>
                  <a:pt x="166700" y="76"/>
                </a:lnTo>
                <a:close/>
              </a:path>
            </a:pathLst>
          </a:custGeom>
          <a:solidFill>
            <a:srgbClr val="000E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E519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type="title"/>
          </p:nvPr>
        </p:nvSpPr>
        <p:spPr>
          <a:xfrm>
            <a:off x="1574655" y="1353617"/>
            <a:ext cx="16641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3700">
                <a:solidFill>
                  <a:srgbClr val="000E1D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959751" y="1198500"/>
            <a:ext cx="10989300" cy="19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29" name="Google Shape;329;p42"/>
          <p:cNvSpPr txBox="1"/>
          <p:nvPr>
            <p:ph idx="11" type="ftr"/>
          </p:nvPr>
        </p:nvSpPr>
        <p:spPr>
          <a:xfrm>
            <a:off x="4144200" y="6377939"/>
            <a:ext cx="39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p42"/>
          <p:cNvSpPr txBox="1"/>
          <p:nvPr>
            <p:ph idx="10" type="dt"/>
          </p:nvPr>
        </p:nvSpPr>
        <p:spPr>
          <a:xfrm>
            <a:off x="609441" y="6377939"/>
            <a:ext cx="28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1" name="Google Shape;331;p42"/>
          <p:cNvSpPr txBox="1"/>
          <p:nvPr>
            <p:ph idx="12" type="sldNum"/>
          </p:nvPr>
        </p:nvSpPr>
        <p:spPr>
          <a:xfrm>
            <a:off x="126767" y="6460065"/>
            <a:ext cx="266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50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508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9781" y="364900"/>
            <a:ext cx="11357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hakra Petch"/>
              <a:buNone/>
              <a:defRPr b="1" sz="27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9781" y="1080000"/>
            <a:ext cx="10828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000" lIns="24000" spcFirstLastPara="1" rIns="24000" wrap="square" tIns="24000">
            <a:no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hakra Petch"/>
              <a:buChar char="\"/>
              <a:defRPr b="1" sz="19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  <a:defRPr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■"/>
              <a:defRPr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1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1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1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1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●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1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○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1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"/>
              <a:buChar char="■"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11244228" y="6492934"/>
            <a:ext cx="801538" cy="120224"/>
            <a:chOff x="8435280" y="4869822"/>
            <a:chExt cx="601304" cy="90170"/>
          </a:xfrm>
        </p:grpSpPr>
        <p:sp>
          <p:nvSpPr>
            <p:cNvPr id="13" name="Google Shape;13;p1"/>
            <p:cNvSpPr/>
            <p:nvPr/>
          </p:nvSpPr>
          <p:spPr>
            <a:xfrm>
              <a:off x="8617437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972450" y="4871073"/>
              <a:ext cx="64134" cy="86995"/>
            </a:xfrm>
            <a:custGeom>
              <a:rect b="b" l="l" r="r" t="t"/>
              <a:pathLst>
                <a:path extrusionOk="0" h="86995" w="64134">
                  <a:moveTo>
                    <a:pt x="0" y="0"/>
                  </a:moveTo>
                  <a:lnTo>
                    <a:pt x="0" y="86753"/>
                  </a:lnTo>
                  <a:lnTo>
                    <a:pt x="8521" y="86753"/>
                  </a:lnTo>
                  <a:lnTo>
                    <a:pt x="8521" y="40017"/>
                  </a:lnTo>
                  <a:lnTo>
                    <a:pt x="8356" y="21818"/>
                  </a:lnTo>
                  <a:lnTo>
                    <a:pt x="15443" y="31064"/>
                  </a:lnTo>
                  <a:lnTo>
                    <a:pt x="63550" y="86906"/>
                  </a:lnTo>
                  <a:lnTo>
                    <a:pt x="63550" y="596"/>
                  </a:lnTo>
                  <a:lnTo>
                    <a:pt x="55029" y="596"/>
                  </a:lnTo>
                  <a:lnTo>
                    <a:pt x="55029" y="55029"/>
                  </a:lnTo>
                  <a:lnTo>
                    <a:pt x="55181" y="66674"/>
                  </a:lnTo>
                  <a:lnTo>
                    <a:pt x="49822" y="59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90915" y="4871675"/>
              <a:ext cx="85725" cy="88264"/>
            </a:xfrm>
            <a:custGeom>
              <a:rect b="b" l="l" r="r" t="t"/>
              <a:pathLst>
                <a:path extrusionOk="0" h="88264" w="85725">
                  <a:moveTo>
                    <a:pt x="65227" y="0"/>
                  </a:moveTo>
                  <a:lnTo>
                    <a:pt x="55499" y="0"/>
                  </a:lnTo>
                  <a:lnTo>
                    <a:pt x="36182" y="56616"/>
                  </a:lnTo>
                  <a:lnTo>
                    <a:pt x="35318" y="58826"/>
                  </a:lnTo>
                  <a:lnTo>
                    <a:pt x="32854" y="66459"/>
                  </a:lnTo>
                  <a:lnTo>
                    <a:pt x="30391" y="58826"/>
                  </a:lnTo>
                  <a:lnTo>
                    <a:pt x="29527" y="56616"/>
                  </a:lnTo>
                  <a:lnTo>
                    <a:pt x="10083" y="0"/>
                  </a:lnTo>
                  <a:lnTo>
                    <a:pt x="0" y="0"/>
                  </a:lnTo>
                  <a:lnTo>
                    <a:pt x="0" y="1219"/>
                  </a:lnTo>
                  <a:lnTo>
                    <a:pt x="32118" y="87998"/>
                  </a:lnTo>
                  <a:lnTo>
                    <a:pt x="33096" y="87998"/>
                  </a:lnTo>
                  <a:lnTo>
                    <a:pt x="65227" y="1219"/>
                  </a:lnTo>
                  <a:lnTo>
                    <a:pt x="65227" y="0"/>
                  </a:lnTo>
                  <a:close/>
                </a:path>
                <a:path extrusionOk="0" h="88264" w="85725">
                  <a:moveTo>
                    <a:pt x="85699" y="0"/>
                  </a:moveTo>
                  <a:lnTo>
                    <a:pt x="77139" y="0"/>
                  </a:lnTo>
                  <a:lnTo>
                    <a:pt x="77139" y="86156"/>
                  </a:lnTo>
                  <a:lnTo>
                    <a:pt x="85699" y="86156"/>
                  </a:lnTo>
                  <a:lnTo>
                    <a:pt x="85699" y="0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789365" y="4869822"/>
              <a:ext cx="172084" cy="90170"/>
            </a:xfrm>
            <a:custGeom>
              <a:rect b="b" l="l" r="r" t="t"/>
              <a:pathLst>
                <a:path extrusionOk="0" h="90170" w="172084">
                  <a:moveTo>
                    <a:pt x="55295" y="67208"/>
                  </a:moveTo>
                  <a:lnTo>
                    <a:pt x="48971" y="50990"/>
                  </a:lnTo>
                  <a:lnTo>
                    <a:pt x="35077" y="40462"/>
                  </a:lnTo>
                  <a:lnTo>
                    <a:pt x="21170" y="31330"/>
                  </a:lnTo>
                  <a:lnTo>
                    <a:pt x="14859" y="19329"/>
                  </a:lnTo>
                  <a:lnTo>
                    <a:pt x="14859" y="12928"/>
                  </a:lnTo>
                  <a:lnTo>
                    <a:pt x="20218" y="8382"/>
                  </a:lnTo>
                  <a:lnTo>
                    <a:pt x="35344" y="8382"/>
                  </a:lnTo>
                  <a:lnTo>
                    <a:pt x="40424" y="10960"/>
                  </a:lnTo>
                  <a:lnTo>
                    <a:pt x="45110" y="17119"/>
                  </a:lnTo>
                  <a:lnTo>
                    <a:pt x="52209" y="11087"/>
                  </a:lnTo>
                  <a:lnTo>
                    <a:pt x="47307" y="6083"/>
                  </a:lnTo>
                  <a:lnTo>
                    <a:pt x="41795" y="2641"/>
                  </a:lnTo>
                  <a:lnTo>
                    <a:pt x="35636" y="647"/>
                  </a:lnTo>
                  <a:lnTo>
                    <a:pt x="28778" y="12"/>
                  </a:lnTo>
                  <a:lnTo>
                    <a:pt x="18948" y="1473"/>
                  </a:lnTo>
                  <a:lnTo>
                    <a:pt x="11290" y="5562"/>
                  </a:lnTo>
                  <a:lnTo>
                    <a:pt x="6311" y="11798"/>
                  </a:lnTo>
                  <a:lnTo>
                    <a:pt x="4546" y="19697"/>
                  </a:lnTo>
                  <a:lnTo>
                    <a:pt x="10845" y="35331"/>
                  </a:lnTo>
                  <a:lnTo>
                    <a:pt x="24688" y="45669"/>
                  </a:lnTo>
                  <a:lnTo>
                    <a:pt x="38544" y="55079"/>
                  </a:lnTo>
                  <a:lnTo>
                    <a:pt x="44843" y="67945"/>
                  </a:lnTo>
                  <a:lnTo>
                    <a:pt x="44843" y="76441"/>
                  </a:lnTo>
                  <a:lnTo>
                    <a:pt x="38823" y="81483"/>
                  </a:lnTo>
                  <a:lnTo>
                    <a:pt x="20878" y="81483"/>
                  </a:lnTo>
                  <a:lnTo>
                    <a:pt x="13525" y="77914"/>
                  </a:lnTo>
                  <a:lnTo>
                    <a:pt x="7099" y="69672"/>
                  </a:lnTo>
                  <a:lnTo>
                    <a:pt x="0" y="76073"/>
                  </a:lnTo>
                  <a:lnTo>
                    <a:pt x="6311" y="82270"/>
                  </a:lnTo>
                  <a:lnTo>
                    <a:pt x="13373" y="86563"/>
                  </a:lnTo>
                  <a:lnTo>
                    <a:pt x="21107" y="89052"/>
                  </a:lnTo>
                  <a:lnTo>
                    <a:pt x="29451" y="89852"/>
                  </a:lnTo>
                  <a:lnTo>
                    <a:pt x="39928" y="88239"/>
                  </a:lnTo>
                  <a:lnTo>
                    <a:pt x="48094" y="83654"/>
                  </a:lnTo>
                  <a:lnTo>
                    <a:pt x="53403" y="76517"/>
                  </a:lnTo>
                  <a:lnTo>
                    <a:pt x="55295" y="67208"/>
                  </a:lnTo>
                  <a:close/>
                </a:path>
                <a:path extrusionOk="0" h="90170" w="172084">
                  <a:moveTo>
                    <a:pt x="74980" y="1854"/>
                  </a:moveTo>
                  <a:lnTo>
                    <a:pt x="66421" y="1854"/>
                  </a:lnTo>
                  <a:lnTo>
                    <a:pt x="66421" y="88011"/>
                  </a:lnTo>
                  <a:lnTo>
                    <a:pt x="74980" y="88011"/>
                  </a:lnTo>
                  <a:lnTo>
                    <a:pt x="74980" y="1854"/>
                  </a:lnTo>
                  <a:close/>
                </a:path>
                <a:path extrusionOk="0" h="90170" w="172084">
                  <a:moveTo>
                    <a:pt x="171945" y="44932"/>
                  </a:moveTo>
                  <a:lnTo>
                    <a:pt x="169011" y="27012"/>
                  </a:lnTo>
                  <a:lnTo>
                    <a:pt x="162877" y="16408"/>
                  </a:lnTo>
                  <a:lnTo>
                    <a:pt x="162877" y="44932"/>
                  </a:lnTo>
                  <a:lnTo>
                    <a:pt x="160566" y="59372"/>
                  </a:lnTo>
                  <a:lnTo>
                    <a:pt x="154114" y="70751"/>
                  </a:lnTo>
                  <a:lnTo>
                    <a:pt x="144195" y="78193"/>
                  </a:lnTo>
                  <a:lnTo>
                    <a:pt x="131508" y="80860"/>
                  </a:lnTo>
                  <a:lnTo>
                    <a:pt x="118694" y="78193"/>
                  </a:lnTo>
                  <a:lnTo>
                    <a:pt x="108750" y="70751"/>
                  </a:lnTo>
                  <a:lnTo>
                    <a:pt x="102311" y="59372"/>
                  </a:lnTo>
                  <a:lnTo>
                    <a:pt x="100025" y="44932"/>
                  </a:lnTo>
                  <a:lnTo>
                    <a:pt x="102311" y="30492"/>
                  </a:lnTo>
                  <a:lnTo>
                    <a:pt x="108750" y="19113"/>
                  </a:lnTo>
                  <a:lnTo>
                    <a:pt x="118694" y="11671"/>
                  </a:lnTo>
                  <a:lnTo>
                    <a:pt x="131508" y="8991"/>
                  </a:lnTo>
                  <a:lnTo>
                    <a:pt x="144195" y="11671"/>
                  </a:lnTo>
                  <a:lnTo>
                    <a:pt x="154114" y="19113"/>
                  </a:lnTo>
                  <a:lnTo>
                    <a:pt x="160566" y="30492"/>
                  </a:lnTo>
                  <a:lnTo>
                    <a:pt x="162877" y="44932"/>
                  </a:lnTo>
                  <a:lnTo>
                    <a:pt x="162877" y="16408"/>
                  </a:lnTo>
                  <a:lnTo>
                    <a:pt x="160782" y="12776"/>
                  </a:lnTo>
                  <a:lnTo>
                    <a:pt x="155638" y="8991"/>
                  </a:lnTo>
                  <a:lnTo>
                    <a:pt x="148005" y="3390"/>
                  </a:lnTo>
                  <a:lnTo>
                    <a:pt x="131508" y="0"/>
                  </a:lnTo>
                  <a:lnTo>
                    <a:pt x="114922" y="3390"/>
                  </a:lnTo>
                  <a:lnTo>
                    <a:pt x="102120" y="12801"/>
                  </a:lnTo>
                  <a:lnTo>
                    <a:pt x="93878" y="27114"/>
                  </a:lnTo>
                  <a:lnTo>
                    <a:pt x="90957" y="45173"/>
                  </a:lnTo>
                  <a:lnTo>
                    <a:pt x="93853" y="62966"/>
                  </a:lnTo>
                  <a:lnTo>
                    <a:pt x="102069" y="77114"/>
                  </a:lnTo>
                  <a:lnTo>
                    <a:pt x="114833" y="86474"/>
                  </a:lnTo>
                  <a:lnTo>
                    <a:pt x="131394" y="89852"/>
                  </a:lnTo>
                  <a:lnTo>
                    <a:pt x="147916" y="86474"/>
                  </a:lnTo>
                  <a:lnTo>
                    <a:pt x="155562" y="80860"/>
                  </a:lnTo>
                  <a:lnTo>
                    <a:pt x="160718" y="77089"/>
                  </a:lnTo>
                  <a:lnTo>
                    <a:pt x="168998" y="62865"/>
                  </a:lnTo>
                  <a:lnTo>
                    <a:pt x="171945" y="44932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435280" y="4871111"/>
              <a:ext cx="169545" cy="88264"/>
            </a:xfrm>
            <a:custGeom>
              <a:rect b="b" l="l" r="r" t="t"/>
              <a:pathLst>
                <a:path extrusionOk="0" h="88264" w="169545">
                  <a:moveTo>
                    <a:pt x="15379" y="76"/>
                  </a:moveTo>
                  <a:lnTo>
                    <a:pt x="0" y="76"/>
                  </a:lnTo>
                  <a:lnTo>
                    <a:pt x="36537" y="88265"/>
                  </a:lnTo>
                  <a:lnTo>
                    <a:pt x="50082" y="57429"/>
                  </a:lnTo>
                  <a:lnTo>
                    <a:pt x="37045" y="57429"/>
                  </a:lnTo>
                  <a:lnTo>
                    <a:pt x="34175" y="49047"/>
                  </a:lnTo>
                  <a:lnTo>
                    <a:pt x="32423" y="44157"/>
                  </a:lnTo>
                  <a:lnTo>
                    <a:pt x="15379" y="76"/>
                  </a:lnTo>
                  <a:close/>
                </a:path>
                <a:path extrusionOk="0" h="88264" w="169545">
                  <a:moveTo>
                    <a:pt x="75282" y="29019"/>
                  </a:moveTo>
                  <a:lnTo>
                    <a:pt x="61975" y="29019"/>
                  </a:lnTo>
                  <a:lnTo>
                    <a:pt x="64879" y="36563"/>
                  </a:lnTo>
                  <a:lnTo>
                    <a:pt x="68591" y="45415"/>
                  </a:lnTo>
                  <a:lnTo>
                    <a:pt x="87147" y="88252"/>
                  </a:lnTo>
                  <a:lnTo>
                    <a:pt x="99845" y="57391"/>
                  </a:lnTo>
                  <a:lnTo>
                    <a:pt x="87210" y="57391"/>
                  </a:lnTo>
                  <a:lnTo>
                    <a:pt x="84060" y="49047"/>
                  </a:lnTo>
                  <a:lnTo>
                    <a:pt x="82207" y="44488"/>
                  </a:lnTo>
                  <a:lnTo>
                    <a:pt x="80949" y="41732"/>
                  </a:lnTo>
                  <a:lnTo>
                    <a:pt x="75282" y="29019"/>
                  </a:lnTo>
                  <a:close/>
                </a:path>
                <a:path extrusionOk="0" h="88264" w="169545">
                  <a:moveTo>
                    <a:pt x="132257" y="14947"/>
                  </a:moveTo>
                  <a:lnTo>
                    <a:pt x="117309" y="14947"/>
                  </a:lnTo>
                  <a:lnTo>
                    <a:pt x="117424" y="86931"/>
                  </a:lnTo>
                  <a:lnTo>
                    <a:pt x="168998" y="86931"/>
                  </a:lnTo>
                  <a:lnTo>
                    <a:pt x="168998" y="73748"/>
                  </a:lnTo>
                  <a:lnTo>
                    <a:pt x="132257" y="73748"/>
                  </a:lnTo>
                  <a:lnTo>
                    <a:pt x="132257" y="48044"/>
                  </a:lnTo>
                  <a:lnTo>
                    <a:pt x="159143" y="48044"/>
                  </a:lnTo>
                  <a:lnTo>
                    <a:pt x="159143" y="34988"/>
                  </a:lnTo>
                  <a:lnTo>
                    <a:pt x="132257" y="34988"/>
                  </a:lnTo>
                  <a:lnTo>
                    <a:pt x="132257" y="14947"/>
                  </a:lnTo>
                  <a:close/>
                </a:path>
                <a:path extrusionOk="0" h="88264" w="169545">
                  <a:moveTo>
                    <a:pt x="62344" y="0"/>
                  </a:moveTo>
                  <a:lnTo>
                    <a:pt x="43497" y="41732"/>
                  </a:lnTo>
                  <a:lnTo>
                    <a:pt x="42252" y="44589"/>
                  </a:lnTo>
                  <a:lnTo>
                    <a:pt x="37045" y="57429"/>
                  </a:lnTo>
                  <a:lnTo>
                    <a:pt x="50082" y="57429"/>
                  </a:lnTo>
                  <a:lnTo>
                    <a:pt x="55369" y="45389"/>
                  </a:lnTo>
                  <a:lnTo>
                    <a:pt x="59121" y="36423"/>
                  </a:lnTo>
                  <a:lnTo>
                    <a:pt x="61975" y="29019"/>
                  </a:lnTo>
                  <a:lnTo>
                    <a:pt x="75282" y="29019"/>
                  </a:lnTo>
                  <a:lnTo>
                    <a:pt x="62344" y="0"/>
                  </a:lnTo>
                  <a:close/>
                </a:path>
                <a:path extrusionOk="0" h="88264" w="169545">
                  <a:moveTo>
                    <a:pt x="166700" y="76"/>
                  </a:moveTo>
                  <a:lnTo>
                    <a:pt x="108432" y="76"/>
                  </a:lnTo>
                  <a:lnTo>
                    <a:pt x="92900" y="41300"/>
                  </a:lnTo>
                  <a:lnTo>
                    <a:pt x="92100" y="43319"/>
                  </a:lnTo>
                  <a:lnTo>
                    <a:pt x="89979" y="49491"/>
                  </a:lnTo>
                  <a:lnTo>
                    <a:pt x="87210" y="57391"/>
                  </a:lnTo>
                  <a:lnTo>
                    <a:pt x="99845" y="57391"/>
                  </a:lnTo>
                  <a:lnTo>
                    <a:pt x="117309" y="14947"/>
                  </a:lnTo>
                  <a:lnTo>
                    <a:pt x="132257" y="14947"/>
                  </a:lnTo>
                  <a:lnTo>
                    <a:pt x="132257" y="13246"/>
                  </a:lnTo>
                  <a:lnTo>
                    <a:pt x="166700" y="13246"/>
                  </a:lnTo>
                  <a:lnTo>
                    <a:pt x="166700" y="76"/>
                  </a:lnTo>
                  <a:close/>
                </a:path>
              </a:pathLst>
            </a:custGeom>
            <a:solidFill>
              <a:srgbClr val="000E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"/>
          <p:cNvSpPr/>
          <p:nvPr/>
        </p:nvSpPr>
        <p:spPr>
          <a:xfrm>
            <a:off x="0" y="6819101"/>
            <a:ext cx="12184380" cy="31307"/>
          </a:xfrm>
          <a:custGeom>
            <a:rect b="b" l="l" r="r" t="t"/>
            <a:pathLst>
              <a:path extrusionOk="0" h="23495" w="9144000">
                <a:moveTo>
                  <a:pt x="9144000" y="0"/>
                </a:moveTo>
                <a:lnTo>
                  <a:pt x="0" y="0"/>
                </a:lnTo>
                <a:lnTo>
                  <a:pt x="0" y="23037"/>
                </a:lnTo>
                <a:lnTo>
                  <a:pt x="9144000" y="23037"/>
                </a:lnTo>
                <a:lnTo>
                  <a:pt x="9144000" y="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>
            <p:ph idx="12" type="sldNum"/>
          </p:nvPr>
        </p:nvSpPr>
        <p:spPr>
          <a:xfrm>
            <a:off x="-50953" y="6493100"/>
            <a:ext cx="4662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>
            <a:lvl1pPr lvl="0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090">
          <p15:clr>
            <a:srgbClr val="E46962"/>
          </p15:clr>
        </p15:guide>
        <p15:guide id="2" pos="529">
          <p15:clr>
            <a:srgbClr val="E46962"/>
          </p15:clr>
        </p15:guide>
        <p15:guide id="3" pos="7083">
          <p15:clr>
            <a:srgbClr val="E46962"/>
          </p15:clr>
        </p15:guide>
        <p15:guide id="4" orient="horz" pos="230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457081" y="274638"/>
            <a:ext cx="822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457081" y="1600200"/>
            <a:ext cx="82275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45708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3123386" y="6356350"/>
            <a:ext cx="289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6551493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 rot="-5400000">
            <a:off x="-677097" y="5857050"/>
            <a:ext cx="167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4747"/>
                </a:solidFill>
                <a:latin typeface="Chakra Petch"/>
                <a:ea typeface="Chakra Petch"/>
                <a:cs typeface="Chakra Petch"/>
                <a:sym typeface="Chakra Petch"/>
              </a:rPr>
              <a:t>WEnvision | 2026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800" b="1" i="0">
                <a:solidFill>
                  <a:srgbClr val="FF6B58"/>
                </a:solidFill>
                <a:latin typeface="Chakra Petch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Chakra Petch"/>
              </a:rPr>
              <a:t>APPROCHE MÉTHODOLOGIQUE &amp; STRATÉGIE DE DÉPLOIEMENT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Notre Vision : Le Recouvrement Augmenté par la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Hybridation Homme/IA : L'IA ne remplace pas le gestionnaire, elle priorise ses actions pour maximiser le taux de contact utile.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Scoring Dynamique : Passer d'une relance calendaire statique à une relance comportementale prédictive.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200400" cy="3200400"/>
          </a:xfrm>
          <a:prstGeom prst="roundRect">
            <a:avLst/>
          </a:prstGeom>
          <a:solidFill>
            <a:srgbClr val="FF6B58"/>
          </a:solidFill>
          <a:ln w="2540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0">
                <a:solidFill>
                  <a:srgbClr val="FFFFFF"/>
                </a:solidFill>
                <a:latin typeface="Chakra Petch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43200"/>
            <a:ext cx="246888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Inter"/>
              </a:rPr>
              <a:t>Intégration Transparente : Une solution qui s'insère dans vos outils actuels sans friction opérationnelle.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Démarche de mise en œuvre en 4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815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1 : Data Foundation &amp; Audit (Cartographie des données, nettoyage, définition des KPIs cibles)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5983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0847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2 : Modélisation IA (Création des algorithmes de propension à payer et segmentation)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015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68796" y="1645920"/>
            <a:ext cx="2011680" cy="914400"/>
          </a:xfrm>
          <a:prstGeom prst="roundRect">
            <a:avLst/>
          </a:prstGeom>
          <a:solidFill>
            <a:srgbClr val="FF6B58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3 : Pilote Opérationnel (Test sur un segment client, A/B testing des scénarios de relance)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80476" y="1965960"/>
            <a:ext cx="548640" cy="274320"/>
          </a:xfrm>
          <a:prstGeom prst="rightArrow">
            <a:avLst/>
          </a:prstGeom>
          <a:solidFill>
            <a:srgbClr val="3A3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29116" y="1645920"/>
            <a:ext cx="2011680" cy="914400"/>
          </a:xfrm>
          <a:prstGeom prst="roundRect">
            <a:avLst/>
          </a:prstGeom>
          <a:solidFill>
            <a:srgbClr val="C0504D"/>
          </a:solidFill>
          <a:ln w="31750">
            <a:solidFill>
              <a:srgbClr val="3A3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Phase 4 : Industrialisation &amp; Conduite du Changement (Déploiement global, formation des équipes)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474747"/>
                </a:solidFill>
                <a:latin typeface="Inter"/>
              </a:rPr>
              <a:t>Une méthodologie agile permettant de délivrer de la valeur dès les premières semaines via des 'Quick Wins'.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i="0">
                <a:solidFill>
                  <a:srgbClr val="1F1F1F"/>
                </a:solidFill>
                <a:latin typeface="Chakra Petch"/>
              </a:rPr>
              <a:t>Leviers d'accélération activés par l'IA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Segmentation Prédictive : Identification automatique des profils 'bons payeurs' (à automatiser) vs 'à risque' (action humaine requise).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Next Best Action : Recommandation du meilleur canal (SMS, Email, Appel) et du moment optimal pour contacter le débiteur.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Analyse Sémantique (NLP) : Détection automatique des motifs de litige ou des promesses de paiement dans les emails entrants.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FF6B58"/>
                </a:solidFill>
                <a:latin typeface="Inter"/>
              </a:rPr>
              <a:t>  </a:t>
            </a:r>
            <a:r>
              <a:rPr sz="1100" b="0" i="0">
                <a:solidFill>
                  <a:srgbClr val="474747"/>
                </a:solidFill>
                <a:latin typeface="Inter"/>
              </a:rPr>
              <a:t>Optimisation du Cash : Réduction mécanique du DSO par la priorisation des créances les plus recouvrables.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nvision - Template 2026">
  <a:themeElements>
    <a:clrScheme name="Simple Light">
      <a:dk1>
        <a:srgbClr val="000000"/>
      </a:dk1>
      <a:lt1>
        <a:srgbClr val="FFFFFF"/>
      </a:lt1>
      <a:dk2>
        <a:srgbClr val="5A5858"/>
      </a:dk2>
      <a:lt2>
        <a:srgbClr val="EEEEEE"/>
      </a:lt2>
      <a:accent1>
        <a:srgbClr val="C0504D"/>
      </a:accent1>
      <a:accent2>
        <a:srgbClr val="C0504D"/>
      </a:accent2>
      <a:accent3>
        <a:srgbClr val="FF6B58"/>
      </a:accent3>
      <a:accent4>
        <a:srgbClr val="389EA5"/>
      </a:accent4>
      <a:accent5>
        <a:srgbClr val="4A90E2"/>
      </a:accent5>
      <a:accent6>
        <a:srgbClr val="FBF0F4"/>
      </a:accent6>
      <a:hlink>
        <a:srgbClr val="3626A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