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 id="214748368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6858000" cx="12188825"/>
  <p:notesSz cx="6858000" cy="9144000"/>
  <p:embeddedFontLst>
    <p:embeddedFont>
      <p:font typeface="Roboto"/>
      <p:regular r:id="rId32"/>
      <p:bold r:id="rId33"/>
      <p:italic r:id="rId34"/>
      <p:boldItalic r:id="rId35"/>
    </p:embeddedFont>
    <p:embeddedFont>
      <p:font typeface="Inter"/>
      <p:regular r:id="rId36"/>
      <p:bold r:id="rId37"/>
      <p:italic r:id="rId38"/>
      <p:boldItalic r:id="rId39"/>
    </p:embeddedFont>
    <p:embeddedFont>
      <p:font typeface="Montserrat"/>
      <p:regular r:id="rId40"/>
      <p:bold r:id="rId41"/>
      <p:italic r:id="rId42"/>
      <p:boldItalic r:id="rId43"/>
    </p:embeddedFont>
    <p:embeddedFont>
      <p:font typeface="Montserrat Medium"/>
      <p:regular r:id="rId44"/>
      <p:bold r:id="rId45"/>
      <p:italic r:id="rId46"/>
      <p:boldItalic r:id="rId47"/>
    </p:embeddedFont>
    <p:embeddedFont>
      <p:font typeface="Chakra Petch"/>
      <p:regular r:id="rId48"/>
      <p:bold r:id="rId49"/>
      <p:italic r:id="rId50"/>
      <p:boldItalic r:id="rId51"/>
    </p:embeddedFont>
    <p:embeddedFont>
      <p:font typeface="Arial Black"/>
      <p:regular r:id="rId52"/>
    </p:embeddedFont>
    <p:embeddedFont>
      <p:font typeface="Chakra Petch SemiBold"/>
      <p:regular r:id="rId53"/>
      <p:bold r:id="rId54"/>
      <p:italic r:id="rId55"/>
      <p:boldItalic r:id="rId56"/>
    </p:embeddedFont>
    <p:embeddedFont>
      <p:font typeface="Roboto Mono"/>
      <p:regular r:id="rId57"/>
      <p:bold r:id="rId58"/>
      <p:italic r:id="rId59"/>
      <p:boldItalic r:id="rId60"/>
    </p:embeddedFont>
    <p:embeddedFont>
      <p:font typeface="Inter Medium"/>
      <p:regular r:id="rId61"/>
      <p:bold r:id="rId62"/>
      <p:italic r:id="rId63"/>
      <p:boldItalic r:id="rId64"/>
    </p:embeddedFont>
    <p:embeddedFont>
      <p:font typeface="Century Gothic"/>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FDE8E7-1299-469C-8469-020B3AA9B19E}">
  <a:tblStyle styleId="{25FDE8E7-1299-469C-8469-020B3AA9B19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MontserratMedium-regular.fntdata"/><Relationship Id="rId43" Type="http://schemas.openxmlformats.org/officeDocument/2006/relationships/font" Target="fonts/Montserrat-boldItalic.fntdata"/><Relationship Id="rId46" Type="http://schemas.openxmlformats.org/officeDocument/2006/relationships/font" Target="fonts/MontserratMedium-italic.fntdata"/><Relationship Id="rId45" Type="http://schemas.openxmlformats.org/officeDocument/2006/relationships/font" Target="fonts/Montserra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ChakraPetch-regular.fntdata"/><Relationship Id="rId47" Type="http://schemas.openxmlformats.org/officeDocument/2006/relationships/font" Target="fonts/MontserratMedium-boldItalic.fntdata"/><Relationship Id="rId49" Type="http://schemas.openxmlformats.org/officeDocument/2006/relationships/font" Target="fonts/ChakraPetch-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Roboto-bold.fntdata"/><Relationship Id="rId32" Type="http://schemas.openxmlformats.org/officeDocument/2006/relationships/font" Target="fonts/Roboto-regular.fntdata"/><Relationship Id="rId35" Type="http://schemas.openxmlformats.org/officeDocument/2006/relationships/font" Target="fonts/Roboto-boldItalic.fntdata"/><Relationship Id="rId34" Type="http://schemas.openxmlformats.org/officeDocument/2006/relationships/font" Target="fonts/Roboto-italic.fntdata"/><Relationship Id="rId37" Type="http://schemas.openxmlformats.org/officeDocument/2006/relationships/font" Target="fonts/Inter-bold.fntdata"/><Relationship Id="rId36" Type="http://schemas.openxmlformats.org/officeDocument/2006/relationships/font" Target="fonts/Inter-regular.fntdata"/><Relationship Id="rId39" Type="http://schemas.openxmlformats.org/officeDocument/2006/relationships/font" Target="fonts/Inter-boldItalic.fntdata"/><Relationship Id="rId38" Type="http://schemas.openxmlformats.org/officeDocument/2006/relationships/font" Target="fonts/Inter-italic.fntdata"/><Relationship Id="rId62" Type="http://schemas.openxmlformats.org/officeDocument/2006/relationships/font" Target="fonts/InterMedium-bold.fntdata"/><Relationship Id="rId61" Type="http://schemas.openxmlformats.org/officeDocument/2006/relationships/font" Target="fonts/InterMedium-regular.fntdata"/><Relationship Id="rId20" Type="http://schemas.openxmlformats.org/officeDocument/2006/relationships/slide" Target="slides/slide13.xml"/><Relationship Id="rId64" Type="http://schemas.openxmlformats.org/officeDocument/2006/relationships/font" Target="fonts/InterMedium-boldItalic.fntdata"/><Relationship Id="rId63" Type="http://schemas.openxmlformats.org/officeDocument/2006/relationships/font" Target="fonts/InterMedium-italic.fntdata"/><Relationship Id="rId22" Type="http://schemas.openxmlformats.org/officeDocument/2006/relationships/slide" Target="slides/slide15.xml"/><Relationship Id="rId66" Type="http://schemas.openxmlformats.org/officeDocument/2006/relationships/font" Target="fonts/CenturyGothic-bold.fntdata"/><Relationship Id="rId21" Type="http://schemas.openxmlformats.org/officeDocument/2006/relationships/slide" Target="slides/slide14.xml"/><Relationship Id="rId65" Type="http://schemas.openxmlformats.org/officeDocument/2006/relationships/font" Target="fonts/CenturyGothic-regular.fntdata"/><Relationship Id="rId24" Type="http://schemas.openxmlformats.org/officeDocument/2006/relationships/slide" Target="slides/slide17.xml"/><Relationship Id="rId68" Type="http://schemas.openxmlformats.org/officeDocument/2006/relationships/font" Target="fonts/CenturyGothic-boldItalic.fntdata"/><Relationship Id="rId23" Type="http://schemas.openxmlformats.org/officeDocument/2006/relationships/slide" Target="slides/slide16.xml"/><Relationship Id="rId67" Type="http://schemas.openxmlformats.org/officeDocument/2006/relationships/font" Target="fonts/CenturyGothic-italic.fntdata"/><Relationship Id="rId60" Type="http://schemas.openxmlformats.org/officeDocument/2006/relationships/font" Target="fonts/RobotoMono-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ChakraPetch-boldItalic.fntdata"/><Relationship Id="rId50" Type="http://schemas.openxmlformats.org/officeDocument/2006/relationships/font" Target="fonts/ChakraPetch-italic.fntdata"/><Relationship Id="rId53" Type="http://schemas.openxmlformats.org/officeDocument/2006/relationships/font" Target="fonts/ChakraPetchSemiBold-regular.fntdata"/><Relationship Id="rId52" Type="http://schemas.openxmlformats.org/officeDocument/2006/relationships/font" Target="fonts/ArialBlack-regular.fntdata"/><Relationship Id="rId11" Type="http://schemas.openxmlformats.org/officeDocument/2006/relationships/slide" Target="slides/slide4.xml"/><Relationship Id="rId55" Type="http://schemas.openxmlformats.org/officeDocument/2006/relationships/font" Target="fonts/ChakraPetchSemiBold-italic.fntdata"/><Relationship Id="rId10" Type="http://schemas.openxmlformats.org/officeDocument/2006/relationships/slide" Target="slides/slide3.xml"/><Relationship Id="rId54" Type="http://schemas.openxmlformats.org/officeDocument/2006/relationships/font" Target="fonts/ChakraPetchSemiBold-bold.fntdata"/><Relationship Id="rId13" Type="http://schemas.openxmlformats.org/officeDocument/2006/relationships/slide" Target="slides/slide6.xml"/><Relationship Id="rId57" Type="http://schemas.openxmlformats.org/officeDocument/2006/relationships/font" Target="fonts/RobotoMono-regular.fntdata"/><Relationship Id="rId12" Type="http://schemas.openxmlformats.org/officeDocument/2006/relationships/slide" Target="slides/slide5.xml"/><Relationship Id="rId56" Type="http://schemas.openxmlformats.org/officeDocument/2006/relationships/font" Target="fonts/ChakraPetchSemiBold-boldItalic.fntdata"/><Relationship Id="rId15" Type="http://schemas.openxmlformats.org/officeDocument/2006/relationships/slide" Target="slides/slide8.xml"/><Relationship Id="rId59" Type="http://schemas.openxmlformats.org/officeDocument/2006/relationships/font" Target="fonts/RobotoMono-italic.fntdata"/><Relationship Id="rId14" Type="http://schemas.openxmlformats.org/officeDocument/2006/relationships/slide" Target="slides/slide7.xml"/><Relationship Id="rId58" Type="http://schemas.openxmlformats.org/officeDocument/2006/relationships/font" Target="fonts/RobotoMono-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030903f6f_0_1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9030903f6f_0_13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9030903f6f_0_13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030903f6f_0_1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030903f6f_0_12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39030903f6f_0_12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903608d7d3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903608d7d3_0_104:notes"/>
          <p:cNvSpPr/>
          <p:nvPr>
            <p:ph idx="2" type="sldImg"/>
          </p:nvPr>
        </p:nvSpPr>
        <p:spPr>
          <a:xfrm>
            <a:off x="381969" y="685800"/>
            <a:ext cx="60948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903608d7d3_0_2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g3903608d7d3_0_284:notes"/>
          <p:cNvSpPr/>
          <p:nvPr>
            <p:ph idx="2" type="sldImg"/>
          </p:nvPr>
        </p:nvSpPr>
        <p:spPr>
          <a:xfrm>
            <a:off x="381969" y="685800"/>
            <a:ext cx="60948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7d6389ce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7d6389ce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Tu agis en tant que Consultant Senior chez WEnvision. Ta mission est de rédiger le contenu et la structure d'une proposition commerciale au format "Slides" pour le sujet suivant : [INSÉRER VOTRE SUJET / CLIENT ICI].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Respecte STRICTEMENT la charte et la structure ci-dessous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1. IDENTITÉ VISUELLE (DA)</a:t>
            </a:r>
            <a:endParaRPr/>
          </a:p>
          <a:p>
            <a:pPr indent="0" lvl="0" marL="0" rtl="0" algn="l">
              <a:spcBef>
                <a:spcPts val="0"/>
              </a:spcBef>
              <a:spcAft>
                <a:spcPts val="0"/>
              </a:spcAft>
              <a:buClr>
                <a:schemeClr val="dk1"/>
              </a:buClr>
              <a:buSzPts val="1100"/>
              <a:buFont typeface="Arial"/>
              <a:buNone/>
            </a:pPr>
            <a:r>
              <a:rPr lang="en-US"/>
              <a:t>- **Polices** : Titres en "Chakra Petch" (Tech/Impact), Textes courants en "Inter" (Lisibilité).</a:t>
            </a:r>
            <a:endParaRPr/>
          </a:p>
          <a:p>
            <a:pPr indent="0" lvl="0" marL="0" rtl="0" algn="l">
              <a:spcBef>
                <a:spcPts val="0"/>
              </a:spcBef>
              <a:spcAft>
                <a:spcPts val="0"/>
              </a:spcAft>
              <a:buClr>
                <a:schemeClr val="dk1"/>
              </a:buClr>
              <a:buSzPts val="1100"/>
              <a:buFont typeface="Arial"/>
              <a:buNone/>
            </a:pPr>
            <a:r>
              <a:rPr lang="en-US"/>
              <a:t>- **Palette Couleurs (Règle 60-30-10)** :</a:t>
            </a:r>
            <a:endParaRPr/>
          </a:p>
          <a:p>
            <a:pPr indent="0" lvl="0" marL="0" rtl="0" algn="l">
              <a:spcBef>
                <a:spcPts val="0"/>
              </a:spcBef>
              <a:spcAft>
                <a:spcPts val="0"/>
              </a:spcAft>
              <a:buClr>
                <a:schemeClr val="dk1"/>
              </a:buClr>
              <a:buSzPts val="1100"/>
              <a:buFont typeface="Arial"/>
              <a:buNone/>
            </a:pPr>
            <a:r>
              <a:rPr lang="en-US"/>
              <a:t>  - 60% Dominante : Fond Blanc (#FFFFFF) ou</a:t>
            </a:r>
            <a:r>
              <a:rPr lang="en-US">
                <a:solidFill>
                  <a:srgbClr val="E3E3E3"/>
                </a:solidFill>
                <a:highlight>
                  <a:srgbClr val="1E1F20"/>
                </a:highlight>
              </a:rPr>
              <a:t>, pour les encadrés uniquement,</a:t>
            </a:r>
            <a:r>
              <a:rPr lang="en-US"/>
              <a:t> Rose Poudré (#FBF0F4).</a:t>
            </a:r>
            <a:endParaRPr/>
          </a:p>
          <a:p>
            <a:pPr indent="0" lvl="0" marL="0" rtl="0" algn="l">
              <a:spcBef>
                <a:spcPts val="0"/>
              </a:spcBef>
              <a:spcAft>
                <a:spcPts val="0"/>
              </a:spcAft>
              <a:buClr>
                <a:schemeClr val="dk1"/>
              </a:buClr>
              <a:buSzPts val="1100"/>
              <a:buFont typeface="Arial"/>
              <a:buNone/>
            </a:pPr>
            <a:r>
              <a:rPr lang="en-US"/>
              <a:t>  - 30% Secondaire : Textes en Noir Profond (#1F1F1F) ou Gris Moyen (#474747).</a:t>
            </a:r>
            <a:endParaRPr/>
          </a:p>
          <a:p>
            <a:pPr indent="0" lvl="0" marL="0" rtl="0" algn="l">
              <a:spcBef>
                <a:spcPts val="0"/>
              </a:spcBef>
              <a:spcAft>
                <a:spcPts val="0"/>
              </a:spcAft>
              <a:buClr>
                <a:schemeClr val="dk1"/>
              </a:buClr>
              <a:buSzPts val="1100"/>
              <a:buFont typeface="Arial"/>
              <a:buNone/>
            </a:pPr>
            <a:r>
              <a:rPr lang="en-US"/>
              <a:t>  - 10% Accent : Terracotta (#c0504d) ou Corail (#FF6B58). Maximum 5 éléments par slide.</a:t>
            </a:r>
            <a:endParaRPr/>
          </a:p>
          <a:p>
            <a:pPr indent="0" lvl="0" marL="0" rtl="0" algn="l">
              <a:spcBef>
                <a:spcPts val="0"/>
              </a:spcBef>
              <a:spcAft>
                <a:spcPts val="0"/>
              </a:spcAft>
              <a:buClr>
                <a:schemeClr val="dk1"/>
              </a:buClr>
              <a:buSzPts val="1100"/>
              <a:buFont typeface="Arial"/>
              <a:buNone/>
            </a:pPr>
            <a:r>
              <a:rPr lang="en-US"/>
              <a:t>- **Style** : Tags en en-tête (#TECH #DATA), marqueur vertical "</a:t>
            </a:r>
            <a:r>
              <a:rPr lang="en-US">
                <a:solidFill>
                  <a:srgbClr val="E3E3E3"/>
                </a:solidFill>
                <a:highlight>
                  <a:srgbClr val="1E1F20"/>
                </a:highlight>
              </a:rPr>
              <a:t>WENVISION</a:t>
            </a:r>
            <a:r>
              <a:rPr lang="en-US"/>
              <a:t> | </a:t>
            </a:r>
            <a:r>
              <a:rPr lang="en-US">
                <a:solidFill>
                  <a:srgbClr val="E3E3E3"/>
                </a:solidFill>
                <a:highlight>
                  <a:srgbClr val="1E1F20"/>
                </a:highlight>
              </a:rPr>
              <a:t>2025-</a:t>
            </a:r>
            <a:r>
              <a:rPr lang="en-US"/>
              <a:t>2026", mise en page aérée.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2. STRUCTURE OBLIGATOIRE DE LA PRÉSENTATION</a:t>
            </a:r>
            <a:endParaRPr/>
          </a:p>
          <a:p>
            <a:pPr indent="0" lvl="0" marL="0" rtl="0" algn="l">
              <a:spcBef>
                <a:spcPts val="0"/>
              </a:spcBef>
              <a:spcAft>
                <a:spcPts val="0"/>
              </a:spcAft>
              <a:buClr>
                <a:schemeClr val="dk1"/>
              </a:buClr>
              <a:buSzPts val="1100"/>
              <a:buFont typeface="Arial"/>
              <a:buNone/>
            </a:pPr>
            <a:r>
              <a:rPr lang="en-US"/>
              <a:t>Génère les slides slide par slide en suivant cet ordre narratif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1 : Titre (Cover)**</a:t>
            </a:r>
            <a:endParaRPr/>
          </a:p>
          <a:p>
            <a:pPr indent="0" lvl="0" marL="0" rtl="0" algn="l">
              <a:spcBef>
                <a:spcPts val="0"/>
              </a:spcBef>
              <a:spcAft>
                <a:spcPts val="0"/>
              </a:spcAft>
              <a:buClr>
                <a:schemeClr val="dk1"/>
              </a:buClr>
              <a:buSzPts val="1100"/>
              <a:buFont typeface="Arial"/>
              <a:buNone/>
            </a:pPr>
            <a:r>
              <a:rPr lang="en-US"/>
              <a:t>- H1 (Chakra Petch) : Titre impactant.</a:t>
            </a:r>
            <a:endParaRPr/>
          </a:p>
          <a:p>
            <a:pPr indent="0" lvl="0" marL="0" rtl="0" algn="l">
              <a:spcBef>
                <a:spcPts val="0"/>
              </a:spcBef>
              <a:spcAft>
                <a:spcPts val="0"/>
              </a:spcAft>
              <a:buClr>
                <a:schemeClr val="dk1"/>
              </a:buClr>
              <a:buSzPts val="1100"/>
              <a:buFont typeface="Arial"/>
              <a:buNone/>
            </a:pPr>
            <a:r>
              <a:rPr lang="en-US"/>
              <a:t>- H2 : Sous-titre explicatif.</a:t>
            </a:r>
            <a:endParaRPr/>
          </a:p>
          <a:p>
            <a:pPr indent="0" lvl="0" marL="0" rtl="0" algn="l">
              <a:spcBef>
                <a:spcPts val="0"/>
              </a:spcBef>
              <a:spcAft>
                <a:spcPts val="0"/>
              </a:spcAft>
              <a:buClr>
                <a:schemeClr val="dk1"/>
              </a:buClr>
              <a:buSzPts val="1100"/>
              <a:buFont typeface="Arial"/>
              <a:buNone/>
            </a:pPr>
            <a:r>
              <a:rPr lang="en-US"/>
              <a:t>- Visuel : Abstrait/Tech avec touche Terracotta.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2 : Notre Compréhension (Contexte &amp; Enjeux)**</a:t>
            </a:r>
            <a:endParaRPr/>
          </a:p>
          <a:p>
            <a:pPr indent="0" lvl="0" marL="0" rtl="0" algn="l">
              <a:spcBef>
                <a:spcPts val="0"/>
              </a:spcBef>
              <a:spcAft>
                <a:spcPts val="0"/>
              </a:spcAft>
              <a:buClr>
                <a:schemeClr val="dk1"/>
              </a:buClr>
              <a:buSzPts val="1100"/>
              <a:buFont typeface="Arial"/>
              <a:buNone/>
            </a:pPr>
            <a:r>
              <a:rPr lang="en-US"/>
              <a:t>- Structure : Qui (Stakeholders) / Quoi (Périmètre) / Pourquoi (Irritants &amp; Objectifs).</a:t>
            </a:r>
            <a:endParaRPr/>
          </a:p>
          <a:p>
            <a:pPr indent="0" lvl="0" marL="0" rtl="0" algn="l">
              <a:spcBef>
                <a:spcPts val="0"/>
              </a:spcBef>
              <a:spcAft>
                <a:spcPts val="0"/>
              </a:spcAft>
              <a:buClr>
                <a:schemeClr val="dk1"/>
              </a:buClr>
              <a:buSzPts val="1100"/>
              <a:buFont typeface="Arial"/>
              <a:buNone/>
            </a:pPr>
            <a:r>
              <a:rPr lang="en-US"/>
              <a:t>- Ton : "Nous avons compris votre réalité".</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3 : Notre Approche (Philosophie)**</a:t>
            </a:r>
            <a:endParaRPr/>
          </a:p>
          <a:p>
            <a:pPr indent="0" lvl="0" marL="0" rtl="0" algn="l">
              <a:spcBef>
                <a:spcPts val="0"/>
              </a:spcBef>
              <a:spcAft>
                <a:spcPts val="0"/>
              </a:spcAft>
              <a:buClr>
                <a:schemeClr val="dk1"/>
              </a:buClr>
              <a:buSzPts val="1100"/>
              <a:buFont typeface="Arial"/>
              <a:buNone/>
            </a:pPr>
            <a:r>
              <a:rPr lang="en-US"/>
              <a:t>- Mots-clés : Alignement, Co-construction, Pragmatisme.</a:t>
            </a:r>
            <a:endParaRPr/>
          </a:p>
          <a:p>
            <a:pPr indent="0" lvl="0" marL="0" rtl="0" algn="l">
              <a:spcBef>
                <a:spcPts val="0"/>
              </a:spcBef>
              <a:spcAft>
                <a:spcPts val="0"/>
              </a:spcAft>
              <a:buClr>
                <a:schemeClr val="dk1"/>
              </a:buClr>
              <a:buSzPts val="1100"/>
              <a:buFont typeface="Arial"/>
              <a:buNone/>
            </a:pPr>
            <a:r>
              <a:rPr lang="en-US"/>
              <a:t>- Format : 3 colonnes ou Tiled layout.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4 : La Démarche (Méthodologie)**</a:t>
            </a:r>
            <a:endParaRPr/>
          </a:p>
          <a:p>
            <a:pPr indent="0" lvl="0" marL="0" rtl="0" algn="l">
              <a:spcBef>
                <a:spcPts val="0"/>
              </a:spcBef>
              <a:spcAft>
                <a:spcPts val="0"/>
              </a:spcAft>
              <a:buClr>
                <a:schemeClr val="dk1"/>
              </a:buClr>
              <a:buSzPts val="1100"/>
              <a:buFont typeface="Arial"/>
              <a:buNone/>
            </a:pPr>
            <a:r>
              <a:rPr lang="en-US"/>
              <a:t>- Détail des phases : 1. Cadrage &gt; 2. Diagnostic &gt; 3. Design &gt; 4. Implémentation.</a:t>
            </a:r>
            <a:endParaRPr/>
          </a:p>
          <a:p>
            <a:pPr indent="0" lvl="0" marL="0" rtl="0" algn="l">
              <a:spcBef>
                <a:spcPts val="0"/>
              </a:spcBef>
              <a:spcAft>
                <a:spcPts val="0"/>
              </a:spcAft>
              <a:buClr>
                <a:schemeClr val="dk1"/>
              </a:buClr>
              <a:buSzPts val="1100"/>
              <a:buFont typeface="Arial"/>
              <a:buNone/>
            </a:pPr>
            <a:r>
              <a:rPr lang="en-US"/>
              <a:t>- Préciser les livrables clés pour chaque phase.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5 : Feuille de Route (Roadmap)**</a:t>
            </a:r>
            <a:endParaRPr/>
          </a:p>
          <a:p>
            <a:pPr indent="0" lvl="0" marL="0" rtl="0" algn="l">
              <a:spcBef>
                <a:spcPts val="0"/>
              </a:spcBef>
              <a:spcAft>
                <a:spcPts val="0"/>
              </a:spcAft>
              <a:buClr>
                <a:schemeClr val="dk1"/>
              </a:buClr>
              <a:buSzPts val="1100"/>
              <a:buFont typeface="Arial"/>
              <a:buNone/>
            </a:pPr>
            <a:r>
              <a:rPr lang="en-US"/>
              <a:t>- Format : Timeline ou diagramme de Gantt simplifié (S1 à SX).</a:t>
            </a:r>
            <a:endParaRPr/>
          </a:p>
          <a:p>
            <a:pPr indent="0" lvl="0" marL="0" rtl="0" algn="l">
              <a:spcBef>
                <a:spcPts val="0"/>
              </a:spcBef>
              <a:spcAft>
                <a:spcPts val="0"/>
              </a:spcAft>
              <a:buClr>
                <a:schemeClr val="dk1"/>
              </a:buClr>
              <a:buSzPts val="1100"/>
              <a:buFont typeface="Arial"/>
              <a:buNone/>
            </a:pPr>
            <a:r>
              <a:rPr lang="en-US"/>
              <a:t>- Inclure : Ateliers, Jalons, Livrables.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6 : Dispositif &amp; Gouvernance**</a:t>
            </a:r>
            <a:endParaRPr/>
          </a:p>
          <a:p>
            <a:pPr indent="0" lvl="0" marL="0" rtl="0" algn="l">
              <a:spcBef>
                <a:spcPts val="0"/>
              </a:spcBef>
              <a:spcAft>
                <a:spcPts val="0"/>
              </a:spcAft>
              <a:buClr>
                <a:schemeClr val="dk1"/>
              </a:buClr>
              <a:buSzPts val="1100"/>
              <a:buFont typeface="Arial"/>
              <a:buNone/>
            </a:pPr>
            <a:r>
              <a:rPr lang="en-US"/>
              <a:t>- Équipe proposée.</a:t>
            </a:r>
            <a:br>
              <a:rPr lang="en-US"/>
            </a:br>
            <a:r>
              <a:rPr lang="en-US">
                <a:solidFill>
                  <a:srgbClr val="E3E3E3"/>
                </a:solidFill>
                <a:highlight>
                  <a:srgbClr val="282A2C"/>
                </a:highlight>
              </a:rPr>
              <a:t>- Pourquoi ce dispositif garantit une vision pertinente</a:t>
            </a:r>
            <a:endParaRPr/>
          </a:p>
          <a:p>
            <a:pPr indent="0" lvl="0" marL="0" rtl="0" algn="l">
              <a:spcBef>
                <a:spcPts val="0"/>
              </a:spcBef>
              <a:spcAft>
                <a:spcPts val="0"/>
              </a:spcAft>
              <a:buClr>
                <a:schemeClr val="dk1"/>
              </a:buClr>
              <a:buSzPts val="1100"/>
              <a:buFont typeface="Arial"/>
              <a:buNone/>
            </a:pPr>
            <a:r>
              <a:rPr lang="en-US"/>
              <a:t>- Rituel de pilotage (Copil, Comités de suivi).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7 : Facteurs Clés de Succès (FCS)**</a:t>
            </a:r>
            <a:endParaRPr/>
          </a:p>
          <a:p>
            <a:pPr indent="0" lvl="0" marL="0" rtl="0" algn="l">
              <a:spcBef>
                <a:spcPts val="0"/>
              </a:spcBef>
              <a:spcAft>
                <a:spcPts val="0"/>
              </a:spcAft>
              <a:buClr>
                <a:schemeClr val="dk1"/>
              </a:buClr>
              <a:buSzPts val="1100"/>
              <a:buFont typeface="Arial"/>
              <a:buNone/>
            </a:pPr>
            <a:r>
              <a:rPr lang="en-US"/>
              <a:t>- Liste des pré-requis et conditions de réussite (Slide indispensable).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**Slide 8 : Pourquoi WEnvision ?**</a:t>
            </a:r>
            <a:endParaRPr/>
          </a:p>
          <a:p>
            <a:pPr indent="0" lvl="0" marL="0" rtl="0" algn="l">
              <a:spcBef>
                <a:spcPts val="0"/>
              </a:spcBef>
              <a:spcAft>
                <a:spcPts val="0"/>
              </a:spcAft>
              <a:buClr>
                <a:schemeClr val="dk1"/>
              </a:buClr>
              <a:buSzPts val="1100"/>
              <a:buFont typeface="Arial"/>
              <a:buNone/>
            </a:pPr>
            <a:r>
              <a:rPr lang="en-US"/>
              <a:t>- Résumé de la valeur ajoutée et références similaires.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solidFill>
                  <a:srgbClr val="E3E3E3"/>
                </a:solidFill>
                <a:highlight>
                  <a:srgbClr val="282A2C"/>
                </a:highlight>
              </a:rPr>
              <a:t>**Slide 9 : Présentation de WEnvision : Qui sommes-nous</a:t>
            </a:r>
            <a:br>
              <a:rPr lang="en-US">
                <a:solidFill>
                  <a:srgbClr val="E3E3E3"/>
                </a:solidFill>
                <a:highlight>
                  <a:srgbClr val="282A2C"/>
                </a:highlight>
              </a:rPr>
            </a:br>
            <a:r>
              <a:rPr lang="en-US">
                <a:solidFill>
                  <a:srgbClr val="E3E3E3"/>
                </a:solidFill>
                <a:highlight>
                  <a:srgbClr val="282A2C"/>
                </a:highlight>
              </a:rPr>
              <a:t>WENVISION - Votre Partenaire de Transformation Digitale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 QUI NOUS SOMMES</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Cabinet de conseil spécialisé en transformation digitale qui accompagne les entreprises vers l'excellence opérationnelle et l'innovation durable.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 NOTRE VALEUR AJOUTÉE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Innovation AI-First : IA générative, LLM et agents autonomes pour transformer vos processus</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Excellence Technologique : Architectures cloud-native, DevOps et ingénierie plateforme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Agilité Organisationnelle : Méthodologies agiles, Design d’Operating Models</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Culture Perf &amp; Humain : Transformation et conduite du changement</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 DOMAINES D'EXPERTISE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Strategy &amp; Vision | Data &amp; Insights | Product Management | Scalability Platform</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 NOTRE APPROCHE</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Méthodologies éprouvées : Lean Product Development, Design Thinking, Growth Product, AI-First Design</a:t>
            </a:r>
            <a:endParaRPr>
              <a:solidFill>
                <a:srgbClr val="E3E3E3"/>
              </a:solidFill>
              <a:highlight>
                <a:srgbClr val="282A2C"/>
              </a:highlight>
            </a:endParaRPr>
          </a:p>
          <a:p>
            <a:pPr indent="0" lvl="0" marL="0" rtl="0" algn="l">
              <a:spcBef>
                <a:spcPts val="0"/>
              </a:spcBef>
              <a:spcAft>
                <a:spcPts val="0"/>
              </a:spcAft>
              <a:buClr>
                <a:schemeClr val="dk1"/>
              </a:buClr>
              <a:buSzPts val="1100"/>
              <a:buFont typeface="Arial"/>
              <a:buNone/>
            </a:pPr>
            <a:r>
              <a:t/>
            </a:r>
            <a:endParaRPr>
              <a:solidFill>
                <a:srgbClr val="E3E3E3"/>
              </a:solidFill>
              <a:highlight>
                <a:srgbClr val="282A2C"/>
              </a:highlight>
            </a:endParaRPr>
          </a:p>
          <a:p>
            <a:pPr indent="0" lvl="0" marL="0" rtl="0" algn="l">
              <a:lnSpc>
                <a:spcPct val="115000"/>
              </a:lnSpc>
              <a:spcBef>
                <a:spcPts val="0"/>
              </a:spcBef>
              <a:spcAft>
                <a:spcPts val="0"/>
              </a:spcAft>
              <a:buClr>
                <a:schemeClr val="dk1"/>
              </a:buClr>
              <a:buSzPts val="1100"/>
              <a:buFont typeface="Arial"/>
              <a:buNone/>
            </a:pPr>
            <a:r>
              <a:rPr lang="en-US">
                <a:solidFill>
                  <a:srgbClr val="E3E3E3"/>
                </a:solidFill>
                <a:highlight>
                  <a:srgbClr val="282A2C"/>
                </a:highlight>
              </a:rPr>
              <a:t>**</a:t>
            </a:r>
            <a:r>
              <a:rPr lang="en-US">
                <a:solidFill>
                  <a:srgbClr val="E3E3E3"/>
                </a:solidFill>
                <a:highlight>
                  <a:srgbClr val="282A2C"/>
                </a:highlight>
              </a:rPr>
              <a:t>Slide 10 : Remerciements</a:t>
            </a:r>
            <a:r>
              <a:rPr lang="en-US">
                <a:solidFill>
                  <a:srgbClr val="E3E3E3"/>
                </a:solidFill>
                <a:highlight>
                  <a:srgbClr val="282A2C"/>
                </a:highlight>
              </a:rPr>
              <a:t>**</a:t>
            </a:r>
            <a:endParaRPr>
              <a:solidFill>
                <a:srgbClr val="E3E3E3"/>
              </a:solidFill>
              <a:highlight>
                <a:srgbClr val="282A2C"/>
              </a:highlight>
            </a:endParaRPr>
          </a:p>
          <a:p>
            <a:pPr indent="0" lvl="0" marL="0" rtl="0" algn="l">
              <a:spcBef>
                <a:spcPts val="0"/>
              </a:spcBef>
              <a:spcAft>
                <a:spcPts val="0"/>
              </a:spcAft>
              <a:buClr>
                <a:schemeClr val="dk1"/>
              </a:buClr>
              <a:buSzPts val="1100"/>
              <a:buFont typeface="Arial"/>
              <a:buNone/>
            </a:pPr>
            <a:r>
              <a:t/>
            </a:r>
            <a:endParaRPr>
              <a:solidFill>
                <a:srgbClr val="E3E3E3"/>
              </a:solidFill>
              <a:highlight>
                <a:srgbClr val="282A2C"/>
              </a:highlight>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3. FORMAT DE SORTIE ATTENDU</a:t>
            </a:r>
            <a:endParaRPr/>
          </a:p>
          <a:p>
            <a:pPr indent="0" lvl="0" marL="0" rtl="0" algn="l">
              <a:spcBef>
                <a:spcPts val="0"/>
              </a:spcBef>
              <a:spcAft>
                <a:spcPts val="0"/>
              </a:spcAft>
              <a:buClr>
                <a:schemeClr val="dk1"/>
              </a:buClr>
              <a:buSzPts val="1100"/>
              <a:buFont typeface="Arial"/>
              <a:buNone/>
            </a:pPr>
            <a:r>
              <a:rPr lang="en-US"/>
              <a:t>Pour chaque slide, fournis :</a:t>
            </a:r>
            <a:endParaRPr/>
          </a:p>
          <a:p>
            <a:pPr indent="0" lvl="0" marL="0" rtl="0" algn="l">
              <a:spcBef>
                <a:spcPts val="0"/>
              </a:spcBef>
              <a:spcAft>
                <a:spcPts val="0"/>
              </a:spcAft>
              <a:buClr>
                <a:schemeClr val="dk1"/>
              </a:buClr>
              <a:buSzPts val="1100"/>
              <a:buFont typeface="Arial"/>
              <a:buNone/>
            </a:pPr>
            <a:r>
              <a:rPr lang="en-US"/>
              <a:t>1. **Titre du slide**</a:t>
            </a:r>
            <a:endParaRPr/>
          </a:p>
          <a:p>
            <a:pPr indent="0" lvl="0" marL="0" rtl="0" algn="l">
              <a:spcBef>
                <a:spcPts val="0"/>
              </a:spcBef>
              <a:spcAft>
                <a:spcPts val="0"/>
              </a:spcAft>
              <a:buClr>
                <a:schemeClr val="dk1"/>
              </a:buClr>
              <a:buSzPts val="1100"/>
              <a:buFont typeface="Arial"/>
              <a:buNone/>
            </a:pPr>
            <a:r>
              <a:rPr lang="en-US"/>
              <a:t>2. **Layout suggéré** (ex: 2 colonnes, Timeline, Pleine largeur avec encadré Terracotta).</a:t>
            </a:r>
            <a:endParaRPr/>
          </a:p>
          <a:p>
            <a:pPr indent="0" lvl="0" marL="0" rtl="0" algn="l">
              <a:spcBef>
                <a:spcPts val="0"/>
              </a:spcBef>
              <a:spcAft>
                <a:spcPts val="0"/>
              </a:spcAft>
              <a:buClr>
                <a:schemeClr val="dk1"/>
              </a:buClr>
              <a:buSzPts val="1100"/>
              <a:buFont typeface="Arial"/>
              <a:buNone/>
            </a:pPr>
            <a:r>
              <a:rPr lang="en-US"/>
              <a:t>3. **Contenu texte complet** (rédigé sur un ton expert, convaincant et direct).</a:t>
            </a:r>
            <a:endParaRPr/>
          </a:p>
          <a:p>
            <a:pPr indent="0" lvl="0" marL="0" rtl="0" algn="l">
              <a:spcBef>
                <a:spcPts val="0"/>
              </a:spcBef>
              <a:spcAft>
                <a:spcPts val="0"/>
              </a:spcAft>
              <a:buClr>
                <a:schemeClr val="dk1"/>
              </a:buClr>
              <a:buSzPts val="1100"/>
              <a:buFont typeface="Arial"/>
              <a:buNone/>
            </a:pPr>
            <a:r>
              <a:rPr lang="en-US"/>
              <a:t>4. **Instruction visuelle** (ex: "Insérer ici un graph en #c0504d").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C'est parti, génère la proposition pour : [RAPPEL DU SUJET]</a:t>
            </a:r>
            <a:endParaRPr/>
          </a:p>
          <a:p>
            <a:pPr indent="0" lvl="0" marL="0" rtl="0" algn="l">
              <a:spcBef>
                <a:spcPts val="0"/>
              </a:spcBef>
              <a:spcAft>
                <a:spcPts val="0"/>
              </a:spcAft>
              <a:buNone/>
            </a:pPr>
            <a:r>
              <a:t/>
            </a:r>
            <a:endParaRPr/>
          </a:p>
        </p:txBody>
      </p:sp>
      <p:sp>
        <p:nvSpPr>
          <p:cNvPr id="384" name="Google Shape;384;g3a7d6389ce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effc0270c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g39effc0270c_0_33:notes"/>
          <p:cNvSpPr/>
          <p:nvPr>
            <p:ph idx="2" type="sldImg"/>
          </p:nvPr>
        </p:nvSpPr>
        <p:spPr>
          <a:xfrm>
            <a:off x="381969" y="685800"/>
            <a:ext cx="60948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9030903f6f_1_624: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9030903f6f_1_6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030903f6f_1_332: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9030903f6f_1_3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9031595f9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9031595f9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9031595f9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9030903f6f_0_1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9030903f6f_0_13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g39030903f6f_0_13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030903f6f_1_959: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9030903f6f_1_9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7c1cf1ced_2_1990: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7c1cf1ced_2_19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a7c1cf1ced_2_1422: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a7c1cf1ced_2_14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7c1cf1ced_2_1994: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a7c1cf1ced_2_19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7c1cf1ced_2_1103: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a7c1cf1ced_2_1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9030903f6f_0_802:notes"/>
          <p:cNvSpPr/>
          <p:nvPr>
            <p:ph idx="2" type="sldImg"/>
          </p:nvPr>
        </p:nvSpPr>
        <p:spPr>
          <a:xfrm>
            <a:off x="572095" y="714375"/>
            <a:ext cx="4570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83" name="Google Shape;583;g39030903f6f_0_80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584" name="Google Shape;584;g39030903f6f_0_80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7c1cf1ced_2_2332: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a7c1cf1ced_2_23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7c1cf1ced_2_2336: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a7c1cf1ced_2_23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a7c1cf1ced_2_2416: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a7c1cf1ced_2_24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7c1cf1ced_2_2441:notes"/>
          <p:cNvSpPr txBox="1"/>
          <p:nvPr>
            <p:ph idx="1" type="body"/>
          </p:nvPr>
        </p:nvSpPr>
        <p:spPr>
          <a:xfrm>
            <a:off x="685800" y="4343393"/>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Montserrat"/>
                <a:ea typeface="Montserrat"/>
                <a:cs typeface="Montserrat"/>
                <a:sym typeface="Montserrat"/>
              </a:rPr>
              <a:t>Indiquer en gras, les livrables principaux de la mission</a:t>
            </a:r>
            <a:endParaRPr/>
          </a:p>
        </p:txBody>
      </p:sp>
      <p:sp>
        <p:nvSpPr>
          <p:cNvPr id="714" name="Google Shape;714;g3a7c1cf1ced_2_2441:notes"/>
          <p:cNvSpPr/>
          <p:nvPr>
            <p:ph idx="2" type="sldImg"/>
          </p:nvPr>
        </p:nvSpPr>
        <p:spPr>
          <a:xfrm>
            <a:off x="1140999" y="685776"/>
            <a:ext cx="45768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7c1cf1ced_2_3044: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a7c1cf1ced_2_30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7c1cf1ced_2_3340:notes"/>
          <p:cNvSpPr/>
          <p:nvPr>
            <p:ph idx="2" type="sldImg"/>
          </p:nvPr>
        </p:nvSpPr>
        <p:spPr>
          <a:xfrm>
            <a:off x="382094"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a7c1cf1ced_2_33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a7c4e0d14e_0_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g3a7c4e0d14e_0_108:notes"/>
          <p:cNvSpPr/>
          <p:nvPr>
            <p:ph idx="2" type="sldImg"/>
          </p:nvPr>
        </p:nvSpPr>
        <p:spPr>
          <a:xfrm>
            <a:off x="1143820"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a7c1cf1ced_2_7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g3a7c1cf1ced_2_7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type="titleOnly">
  <p:cSld name="TITLE_ONLY">
    <p:spTree>
      <p:nvGrpSpPr>
        <p:cNvPr id="20" name="Shape 20"/>
        <p:cNvGrpSpPr/>
        <p:nvPr/>
      </p:nvGrpSpPr>
      <p:grpSpPr>
        <a:xfrm>
          <a:off x="0" y="0"/>
          <a:ext cx="0" cy="0"/>
          <a:chOff x="0" y="0"/>
          <a:chExt cx="0" cy="0"/>
        </a:xfrm>
      </p:grpSpPr>
      <p:sp>
        <p:nvSpPr>
          <p:cNvPr id="21" name="Google Shape;21;p2"/>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2"/>
          <p:cNvSpPr/>
          <p:nvPr/>
        </p:nvSpPr>
        <p:spPr>
          <a:xfrm>
            <a:off x="942820" y="947329"/>
            <a:ext cx="656601" cy="0"/>
          </a:xfrm>
          <a:custGeom>
            <a:rect b="b" l="l" r="r" t="t"/>
            <a:pathLst>
              <a:path extrusionOk="0" h="120000" w="492759">
                <a:moveTo>
                  <a:pt x="492480" y="0"/>
                </a:moveTo>
                <a:lnTo>
                  <a:pt x="0" y="0"/>
                </a:lnTo>
              </a:path>
            </a:pathLst>
          </a:custGeom>
          <a:noFill/>
          <a:ln cap="flat" cmpd="sng" w="12700">
            <a:solidFill>
              <a:srgbClr val="C0504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 name="Google Shape;23;p2"/>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rgbClr val="C0504D"/>
              </a:buClr>
              <a:buSzPts val="1200"/>
              <a:buNone/>
              <a:defRPr sz="1200">
                <a:solidFill>
                  <a:srgbClr val="C0504D"/>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24" name="Google Shape;24;p2"/>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25" name="Google Shape;25;p2"/>
          <p:cNvSpPr txBox="1"/>
          <p:nvPr>
            <p:ph idx="2" type="body"/>
          </p:nvPr>
        </p:nvSpPr>
        <p:spPr>
          <a:xfrm>
            <a:off x="839781" y="1080000"/>
            <a:ext cx="10385700" cy="5392500"/>
          </a:xfrm>
          <a:prstGeom prst="rect">
            <a:avLst/>
          </a:prstGeom>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Tree>
  </p:cSld>
  <p:clrMapOvr>
    <a:masterClrMapping/>
  </p:clrMapOvr>
  <p:extLst>
    <p:ext uri="{DCECCB84-F9BA-43D5-87BE-67443E8EF086}">
      <p15:sldGuideLst>
        <p15:guide id="1" pos="534">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 Image droite">
  <p:cSld name="TITLE_ONLY_4">
    <p:spTree>
      <p:nvGrpSpPr>
        <p:cNvPr id="26" name="Shape 26"/>
        <p:cNvGrpSpPr/>
        <p:nvPr/>
      </p:nvGrpSpPr>
      <p:grpSpPr>
        <a:xfrm>
          <a:off x="0" y="0"/>
          <a:ext cx="0" cy="0"/>
          <a:chOff x="0" y="0"/>
          <a:chExt cx="0" cy="0"/>
        </a:xfrm>
      </p:grpSpPr>
      <p:sp>
        <p:nvSpPr>
          <p:cNvPr id="27" name="Google Shape;27;p3"/>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3"/>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9" name="Google Shape;29;p3"/>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rgbClr val="C0504D"/>
              </a:buClr>
              <a:buSzPts val="1200"/>
              <a:buNone/>
              <a:defRPr sz="1200">
                <a:solidFill>
                  <a:srgbClr val="C0504D"/>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30" name="Google Shape;30;p3"/>
          <p:cNvSpPr/>
          <p:nvPr>
            <p:ph idx="2" type="pic"/>
          </p:nvPr>
        </p:nvSpPr>
        <p:spPr>
          <a:xfrm>
            <a:off x="6420965" y="1110400"/>
            <a:ext cx="4790700" cy="4790700"/>
          </a:xfrm>
          <a:prstGeom prst="rect">
            <a:avLst/>
          </a:prstGeom>
          <a:noFill/>
          <a:ln>
            <a:noFill/>
          </a:ln>
        </p:spPr>
      </p:sp>
      <p:sp>
        <p:nvSpPr>
          <p:cNvPr id="31" name="Google Shape;31;p3"/>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3"/>
          <p:cNvSpPr txBox="1"/>
          <p:nvPr>
            <p:ph idx="3" type="body"/>
          </p:nvPr>
        </p:nvSpPr>
        <p:spPr>
          <a:xfrm>
            <a:off x="839780" y="1080000"/>
            <a:ext cx="5224200" cy="4852800"/>
          </a:xfrm>
          <a:prstGeom prst="rect">
            <a:avLst/>
          </a:prstGeom>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 Image droite 1">
  <p:cSld name="TITLE_ONLY_4_1">
    <p:spTree>
      <p:nvGrpSpPr>
        <p:cNvPr id="33" name="Shape 33"/>
        <p:cNvGrpSpPr/>
        <p:nvPr/>
      </p:nvGrpSpPr>
      <p:grpSpPr>
        <a:xfrm>
          <a:off x="0" y="0"/>
          <a:ext cx="0" cy="0"/>
          <a:chOff x="0" y="0"/>
          <a:chExt cx="0" cy="0"/>
        </a:xfrm>
      </p:grpSpPr>
      <p:sp>
        <p:nvSpPr>
          <p:cNvPr id="34" name="Google Shape;34;p4"/>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5" name="Google Shape;35;p4"/>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6" name="Google Shape;36;p4"/>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2"/>
              </a:buClr>
              <a:buSzPts val="1200"/>
              <a:buNone/>
              <a:defRPr sz="1200">
                <a:solidFill>
                  <a:schemeClr val="accent2"/>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37" name="Google Shape;37;p4"/>
          <p:cNvSpPr/>
          <p:nvPr>
            <p:ph idx="2" type="pic"/>
          </p:nvPr>
        </p:nvSpPr>
        <p:spPr>
          <a:xfrm>
            <a:off x="839786" y="1080000"/>
            <a:ext cx="5136600" cy="4791900"/>
          </a:xfrm>
          <a:prstGeom prst="rect">
            <a:avLst/>
          </a:prstGeom>
          <a:noFill/>
          <a:ln>
            <a:noFill/>
          </a:ln>
        </p:spPr>
      </p:sp>
      <p:sp>
        <p:nvSpPr>
          <p:cNvPr id="38" name="Google Shape;38;p4"/>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39" name="Google Shape;39;p4"/>
          <p:cNvSpPr txBox="1"/>
          <p:nvPr>
            <p:ph idx="3" type="body"/>
          </p:nvPr>
        </p:nvSpPr>
        <p:spPr>
          <a:xfrm>
            <a:off x="6107609" y="1080000"/>
            <a:ext cx="5136600" cy="4791900"/>
          </a:xfrm>
          <a:prstGeom prst="rect">
            <a:avLst/>
          </a:prstGeom>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 encadrement">
  <p:cSld name="TITLE_ONLY_3">
    <p:spTree>
      <p:nvGrpSpPr>
        <p:cNvPr id="40" name="Shape 40"/>
        <p:cNvGrpSpPr/>
        <p:nvPr/>
      </p:nvGrpSpPr>
      <p:grpSpPr>
        <a:xfrm>
          <a:off x="0" y="0"/>
          <a:ext cx="0" cy="0"/>
          <a:chOff x="0" y="0"/>
          <a:chExt cx="0" cy="0"/>
        </a:xfrm>
      </p:grpSpPr>
      <p:sp>
        <p:nvSpPr>
          <p:cNvPr id="41" name="Google Shape;41;p5"/>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2" name="Google Shape;42;p5"/>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3" name="Google Shape;43;p5"/>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2"/>
              </a:buClr>
              <a:buSzPts val="1200"/>
              <a:buNone/>
              <a:defRPr sz="1200">
                <a:solidFill>
                  <a:schemeClr val="accent2"/>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44" name="Google Shape;44;p5"/>
          <p:cNvSpPr/>
          <p:nvPr/>
        </p:nvSpPr>
        <p:spPr>
          <a:xfrm>
            <a:off x="839781" y="1092378"/>
            <a:ext cx="387900" cy="469200"/>
          </a:xfrm>
          <a:prstGeom prst="halfFrame">
            <a:avLst>
              <a:gd fmla="val 16750" name="adj1"/>
              <a:gd fmla="val 14891" name="adj2"/>
            </a:avLst>
          </a:prstGeom>
          <a:solidFill>
            <a:schemeClr val="accen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p>
        </p:txBody>
      </p:sp>
      <p:sp>
        <p:nvSpPr>
          <p:cNvPr id="45" name="Google Shape;45;p5"/>
          <p:cNvSpPr/>
          <p:nvPr/>
        </p:nvSpPr>
        <p:spPr>
          <a:xfrm rot="10800000">
            <a:off x="10754390" y="5985084"/>
            <a:ext cx="543900" cy="497100"/>
          </a:xfrm>
          <a:prstGeom prst="halfFrame">
            <a:avLst>
              <a:gd fmla="val 13769" name="adj1"/>
              <a:gd fmla="val 14392" name="adj2"/>
            </a:avLst>
          </a:prstGeom>
          <a:solidFill>
            <a:schemeClr val="accen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46" name="Google Shape;46;p5"/>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47" name="Google Shape;47;p5"/>
          <p:cNvSpPr txBox="1"/>
          <p:nvPr>
            <p:ph idx="2" type="body"/>
          </p:nvPr>
        </p:nvSpPr>
        <p:spPr>
          <a:xfrm>
            <a:off x="1315591" y="1670200"/>
            <a:ext cx="9803400" cy="4314900"/>
          </a:xfrm>
          <a:prstGeom prst="rect">
            <a:avLst/>
          </a:prstGeom>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 Double Colonne">
  <p:cSld name="TITLE_ONLY_3_1_1">
    <p:spTree>
      <p:nvGrpSpPr>
        <p:cNvPr id="48" name="Shape 48"/>
        <p:cNvGrpSpPr/>
        <p:nvPr/>
      </p:nvGrpSpPr>
      <p:grpSpPr>
        <a:xfrm>
          <a:off x="0" y="0"/>
          <a:ext cx="0" cy="0"/>
          <a:chOff x="0" y="0"/>
          <a:chExt cx="0" cy="0"/>
        </a:xfrm>
      </p:grpSpPr>
      <p:sp>
        <p:nvSpPr>
          <p:cNvPr id="49" name="Google Shape;49;p6"/>
          <p:cNvSpPr/>
          <p:nvPr/>
        </p:nvSpPr>
        <p:spPr>
          <a:xfrm>
            <a:off x="6106743" y="1407933"/>
            <a:ext cx="4945800" cy="6597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0" name="Google Shape;50;p6"/>
          <p:cNvSpPr/>
          <p:nvPr/>
        </p:nvSpPr>
        <p:spPr>
          <a:xfrm>
            <a:off x="872839" y="1407933"/>
            <a:ext cx="4945800" cy="6597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51" name="Google Shape;51;p6"/>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2" name="Google Shape;52;p6"/>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3" name="Google Shape;53;p6"/>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2"/>
              </a:buClr>
              <a:buSzPts val="1200"/>
              <a:buNone/>
              <a:defRPr sz="1200">
                <a:solidFill>
                  <a:schemeClr val="accent2"/>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54" name="Google Shape;54;p6"/>
          <p:cNvSpPr/>
          <p:nvPr/>
        </p:nvSpPr>
        <p:spPr>
          <a:xfrm>
            <a:off x="843514" y="1104402"/>
            <a:ext cx="2971200" cy="451200"/>
          </a:xfrm>
          <a:prstGeom prst="snip1Rect">
            <a:avLst>
              <a:gd fmla="val 16667" name="adj"/>
            </a:avLst>
          </a:prstGeom>
          <a:solidFill>
            <a:schemeClr val="accen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900">
                <a:solidFill>
                  <a:srgbClr val="FFFFFF"/>
                </a:solidFill>
                <a:latin typeface="Chakra Petch"/>
                <a:ea typeface="Chakra Petch"/>
                <a:cs typeface="Chakra Petch"/>
                <a:sym typeface="Chakra Petch"/>
              </a:rPr>
              <a:t>Colonne A</a:t>
            </a:r>
            <a:endParaRPr b="1" sz="1900">
              <a:solidFill>
                <a:srgbClr val="FFFFFF"/>
              </a:solidFill>
              <a:latin typeface="Chakra Petch"/>
              <a:ea typeface="Chakra Petch"/>
              <a:cs typeface="Chakra Petch"/>
              <a:sym typeface="Chakra Petch"/>
            </a:endParaRPr>
          </a:p>
        </p:txBody>
      </p:sp>
      <p:sp>
        <p:nvSpPr>
          <p:cNvPr id="55" name="Google Shape;55;p6"/>
          <p:cNvSpPr/>
          <p:nvPr/>
        </p:nvSpPr>
        <p:spPr>
          <a:xfrm>
            <a:off x="6106755" y="1104402"/>
            <a:ext cx="2971200" cy="451200"/>
          </a:xfrm>
          <a:prstGeom prst="snip1Rect">
            <a:avLst>
              <a:gd fmla="val 16667" name="adj"/>
            </a:avLst>
          </a:prstGeom>
          <a:solidFill>
            <a:schemeClr val="accen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900">
                <a:solidFill>
                  <a:srgbClr val="FFFFFF"/>
                </a:solidFill>
                <a:latin typeface="Chakra Petch"/>
                <a:ea typeface="Chakra Petch"/>
                <a:cs typeface="Chakra Petch"/>
                <a:sym typeface="Chakra Petch"/>
              </a:rPr>
              <a:t>Colonne B</a:t>
            </a:r>
            <a:endParaRPr b="1" sz="1900">
              <a:solidFill>
                <a:srgbClr val="FFFFFF"/>
              </a:solidFill>
              <a:latin typeface="Chakra Petch"/>
              <a:ea typeface="Chakra Petch"/>
              <a:cs typeface="Chakra Petch"/>
              <a:sym typeface="Chakra Petch"/>
            </a:endParaRPr>
          </a:p>
        </p:txBody>
      </p:sp>
      <p:sp>
        <p:nvSpPr>
          <p:cNvPr id="56" name="Google Shape;56;p6"/>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57" name="Google Shape;57;p6"/>
          <p:cNvSpPr txBox="1"/>
          <p:nvPr>
            <p:ph idx="2" type="body"/>
          </p:nvPr>
        </p:nvSpPr>
        <p:spPr>
          <a:xfrm>
            <a:off x="839781" y="1612167"/>
            <a:ext cx="4979100" cy="4880700"/>
          </a:xfrm>
          <a:prstGeom prst="rect">
            <a:avLst/>
          </a:prstGeom>
          <a:solidFill>
            <a:schemeClr val="lt2"/>
          </a:solidFill>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58" name="Google Shape;58;p6"/>
          <p:cNvSpPr txBox="1"/>
          <p:nvPr>
            <p:ph idx="3" type="body"/>
          </p:nvPr>
        </p:nvSpPr>
        <p:spPr>
          <a:xfrm>
            <a:off x="6106743" y="1612167"/>
            <a:ext cx="4945800" cy="4880700"/>
          </a:xfrm>
          <a:prstGeom prst="rect">
            <a:avLst/>
          </a:prstGeom>
          <a:solidFill>
            <a:schemeClr val="lt2"/>
          </a:solidFill>
        </p:spPr>
        <p:txBody>
          <a:bodyPr anchorCtr="0" anchor="t" bIns="24000" lIns="24000" spcFirstLastPara="1" rIns="24000" wrap="square" tIns="24000">
            <a:noAutofit/>
          </a:bodyPr>
          <a:lstStyle>
            <a:lvl1pPr indent="-349250" lvl="0" marL="457200">
              <a:spcBef>
                <a:spcPts val="0"/>
              </a:spcBef>
              <a:spcAft>
                <a:spcPts val="0"/>
              </a:spcAft>
              <a:buSzPts val="1900"/>
              <a:buChar char="\"/>
              <a:defRPr/>
            </a:lvl1pPr>
            <a:lvl2pPr indent="-330200" lvl="1" marL="914400">
              <a:spcBef>
                <a:spcPts val="0"/>
              </a:spcBef>
              <a:spcAft>
                <a:spcPts val="0"/>
              </a:spcAft>
              <a:buSzPts val="1600"/>
              <a:buChar char="●"/>
              <a:defRPr/>
            </a:lvl2pPr>
            <a:lvl3pPr indent="-323850" lvl="2" marL="1371600">
              <a:spcBef>
                <a:spcPts val="0"/>
              </a:spcBef>
              <a:spcAft>
                <a:spcPts val="0"/>
              </a:spcAft>
              <a:buSzPts val="15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Tree>
  </p:cSld>
  <p:clrMapOvr>
    <a:masterClrMapping/>
  </p:clrMapOvr>
  <p:extLst>
    <p:ext uri="{DCECCB84-F9BA-43D5-87BE-67443E8EF086}">
      <p15:sldGuideLst>
        <p15:guide id="1" pos="529">
          <p15:clr>
            <a:srgbClr val="FA7B17"/>
          </p15:clr>
        </p15:guide>
        <p15:guide id="2" pos="7104">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 - Color Palette">
  <p:cSld name="CUSTOM_3_1">
    <p:spTree>
      <p:nvGrpSpPr>
        <p:cNvPr id="59" name="Shape 59"/>
        <p:cNvGrpSpPr/>
        <p:nvPr/>
      </p:nvGrpSpPr>
      <p:grpSpPr>
        <a:xfrm>
          <a:off x="0" y="0"/>
          <a:ext cx="0" cy="0"/>
          <a:chOff x="0" y="0"/>
          <a:chExt cx="0" cy="0"/>
        </a:xfrm>
      </p:grpSpPr>
      <p:sp>
        <p:nvSpPr>
          <p:cNvPr id="60" name="Google Shape;60;p7"/>
          <p:cNvSpPr txBox="1"/>
          <p:nvPr/>
        </p:nvSpPr>
        <p:spPr>
          <a:xfrm>
            <a:off x="877971" y="310767"/>
            <a:ext cx="8009400" cy="5616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US" sz="2700">
                <a:solidFill>
                  <a:schemeClr val="dk1"/>
                </a:solidFill>
                <a:latin typeface="Chakra Petch"/>
                <a:ea typeface="Chakra Petch"/>
                <a:cs typeface="Chakra Petch"/>
                <a:sym typeface="Chakra Petch"/>
              </a:rPr>
              <a:t>Color Palette</a:t>
            </a:r>
            <a:endParaRPr b="1" sz="2700">
              <a:solidFill>
                <a:schemeClr val="dk1"/>
              </a:solidFill>
              <a:latin typeface="Chakra Petch"/>
              <a:ea typeface="Chakra Petch"/>
              <a:cs typeface="Chakra Petch"/>
              <a:sym typeface="Chakra Petch"/>
            </a:endParaRPr>
          </a:p>
        </p:txBody>
      </p:sp>
      <p:sp>
        <p:nvSpPr>
          <p:cNvPr id="61" name="Google Shape;61;p7"/>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
        <p:nvSpPr>
          <p:cNvPr id="62" name="Google Shape;62;p7"/>
          <p:cNvSpPr/>
          <p:nvPr/>
        </p:nvSpPr>
        <p:spPr>
          <a:xfrm>
            <a:off x="975106" y="1452054"/>
            <a:ext cx="1828200" cy="548700"/>
          </a:xfrm>
          <a:prstGeom prst="rect">
            <a:avLst/>
          </a:prstGeom>
          <a:solidFill>
            <a:srgbClr val="3A3A3B"/>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7"/>
          <p:cNvSpPr txBox="1"/>
          <p:nvPr/>
        </p:nvSpPr>
        <p:spPr>
          <a:xfrm>
            <a:off x="3047206" y="145205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ANTHRACITE</a:t>
            </a:r>
            <a:endParaRPr/>
          </a:p>
        </p:txBody>
      </p:sp>
      <p:sp>
        <p:nvSpPr>
          <p:cNvPr id="64" name="Google Shape;64;p7"/>
          <p:cNvSpPr txBox="1"/>
          <p:nvPr/>
        </p:nvSpPr>
        <p:spPr>
          <a:xfrm>
            <a:off x="3047206" y="172637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#3A3A3B</a:t>
            </a:r>
            <a:endParaRPr/>
          </a:p>
        </p:txBody>
      </p:sp>
      <p:sp>
        <p:nvSpPr>
          <p:cNvPr id="65" name="Google Shape;65;p7"/>
          <p:cNvSpPr txBox="1"/>
          <p:nvPr/>
        </p:nvSpPr>
        <p:spPr>
          <a:xfrm>
            <a:off x="4993386" y="145932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Couleur principale</a:t>
            </a:r>
            <a:endParaRPr/>
          </a:p>
        </p:txBody>
      </p:sp>
      <p:sp>
        <p:nvSpPr>
          <p:cNvPr id="66" name="Google Shape;66;p7"/>
          <p:cNvSpPr/>
          <p:nvPr/>
        </p:nvSpPr>
        <p:spPr>
          <a:xfrm>
            <a:off x="975106" y="2183574"/>
            <a:ext cx="1828200" cy="548700"/>
          </a:xfrm>
          <a:prstGeom prst="rect">
            <a:avLst/>
          </a:prstGeom>
          <a:solidFill>
            <a:srgbClr val="1F1F1F"/>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 name="Google Shape;67;p7"/>
          <p:cNvSpPr txBox="1"/>
          <p:nvPr/>
        </p:nvSpPr>
        <p:spPr>
          <a:xfrm>
            <a:off x="3047206" y="218357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NOIR PROFOND</a:t>
            </a:r>
            <a:endParaRPr/>
          </a:p>
        </p:txBody>
      </p:sp>
      <p:sp>
        <p:nvSpPr>
          <p:cNvPr id="68" name="Google Shape;68;p7"/>
          <p:cNvSpPr txBox="1"/>
          <p:nvPr/>
        </p:nvSpPr>
        <p:spPr>
          <a:xfrm>
            <a:off x="3047206" y="245789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#1F1F1F</a:t>
            </a:r>
            <a:endParaRPr/>
          </a:p>
        </p:txBody>
      </p:sp>
      <p:sp>
        <p:nvSpPr>
          <p:cNvPr id="69" name="Google Shape;69;p7"/>
          <p:cNvSpPr txBox="1"/>
          <p:nvPr/>
        </p:nvSpPr>
        <p:spPr>
          <a:xfrm>
            <a:off x="4993386" y="219084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Titres H1</a:t>
            </a:r>
            <a:endParaRPr/>
          </a:p>
        </p:txBody>
      </p:sp>
      <p:sp>
        <p:nvSpPr>
          <p:cNvPr id="70" name="Google Shape;70;p7"/>
          <p:cNvSpPr/>
          <p:nvPr/>
        </p:nvSpPr>
        <p:spPr>
          <a:xfrm>
            <a:off x="975106" y="2915094"/>
            <a:ext cx="1828200" cy="548700"/>
          </a:xfrm>
          <a:prstGeom prst="rect">
            <a:avLst/>
          </a:prstGeom>
          <a:solidFill>
            <a:srgbClr val="474747"/>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 name="Google Shape;71;p7"/>
          <p:cNvSpPr txBox="1"/>
          <p:nvPr/>
        </p:nvSpPr>
        <p:spPr>
          <a:xfrm>
            <a:off x="3047206" y="291509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GRIS MOYEN</a:t>
            </a:r>
            <a:endParaRPr/>
          </a:p>
        </p:txBody>
      </p:sp>
      <p:sp>
        <p:nvSpPr>
          <p:cNvPr id="72" name="Google Shape;72;p7"/>
          <p:cNvSpPr txBox="1"/>
          <p:nvPr/>
        </p:nvSpPr>
        <p:spPr>
          <a:xfrm>
            <a:off x="3047206" y="318941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#474747</a:t>
            </a:r>
            <a:endParaRPr/>
          </a:p>
        </p:txBody>
      </p:sp>
      <p:sp>
        <p:nvSpPr>
          <p:cNvPr id="73" name="Google Shape;73;p7"/>
          <p:cNvSpPr txBox="1"/>
          <p:nvPr/>
        </p:nvSpPr>
        <p:spPr>
          <a:xfrm>
            <a:off x="4993386" y="292236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Texte courant</a:t>
            </a:r>
            <a:endParaRPr/>
          </a:p>
        </p:txBody>
      </p:sp>
      <p:sp>
        <p:nvSpPr>
          <p:cNvPr id="74" name="Google Shape;74;p7"/>
          <p:cNvSpPr/>
          <p:nvPr/>
        </p:nvSpPr>
        <p:spPr>
          <a:xfrm>
            <a:off x="975106" y="3646614"/>
            <a:ext cx="1828200" cy="548700"/>
          </a:xfrm>
          <a:prstGeom prst="rect">
            <a:avLst/>
          </a:prstGeom>
          <a:solidFill>
            <a:srgbClr val="FBF0F4"/>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 name="Google Shape;75;p7"/>
          <p:cNvSpPr txBox="1"/>
          <p:nvPr/>
        </p:nvSpPr>
        <p:spPr>
          <a:xfrm>
            <a:off x="3047206" y="364661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ROSE POUDRÉ</a:t>
            </a:r>
            <a:endParaRPr/>
          </a:p>
        </p:txBody>
      </p:sp>
      <p:sp>
        <p:nvSpPr>
          <p:cNvPr id="76" name="Google Shape;76;p7"/>
          <p:cNvSpPr txBox="1"/>
          <p:nvPr/>
        </p:nvSpPr>
        <p:spPr>
          <a:xfrm>
            <a:off x="3047206" y="392093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#FBF0F4</a:t>
            </a:r>
            <a:endParaRPr/>
          </a:p>
        </p:txBody>
      </p:sp>
      <p:sp>
        <p:nvSpPr>
          <p:cNvPr id="77" name="Google Shape;77;p7"/>
          <p:cNvSpPr txBox="1"/>
          <p:nvPr/>
        </p:nvSpPr>
        <p:spPr>
          <a:xfrm>
            <a:off x="4993386" y="365388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Fonds doux</a:t>
            </a:r>
            <a:endParaRPr/>
          </a:p>
        </p:txBody>
      </p:sp>
      <p:sp>
        <p:nvSpPr>
          <p:cNvPr id="78" name="Google Shape;78;p7"/>
          <p:cNvSpPr/>
          <p:nvPr/>
        </p:nvSpPr>
        <p:spPr>
          <a:xfrm>
            <a:off x="975106" y="4378134"/>
            <a:ext cx="1828200" cy="548700"/>
          </a:xfrm>
          <a:prstGeom prst="rect">
            <a:avLst/>
          </a:prstGeom>
          <a:solidFill>
            <a:schemeClr val="accent2"/>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 name="Google Shape;79;p7"/>
          <p:cNvSpPr txBox="1"/>
          <p:nvPr/>
        </p:nvSpPr>
        <p:spPr>
          <a:xfrm>
            <a:off x="3047206" y="437813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TERRACOTTA</a:t>
            </a:r>
            <a:endParaRPr/>
          </a:p>
        </p:txBody>
      </p:sp>
      <p:sp>
        <p:nvSpPr>
          <p:cNvPr id="80" name="Google Shape;80;p7"/>
          <p:cNvSpPr txBox="1"/>
          <p:nvPr/>
        </p:nvSpPr>
        <p:spPr>
          <a:xfrm>
            <a:off x="3047206" y="465245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a:solidFill>
                  <a:srgbClr val="474747"/>
                </a:solidFill>
                <a:latin typeface="Calibri"/>
                <a:ea typeface="Calibri"/>
                <a:cs typeface="Calibri"/>
                <a:sym typeface="Calibri"/>
              </a:rPr>
              <a:t>#c0504dff</a:t>
            </a:r>
            <a:endParaRPr/>
          </a:p>
        </p:txBody>
      </p:sp>
      <p:sp>
        <p:nvSpPr>
          <p:cNvPr id="81" name="Google Shape;81;p7"/>
          <p:cNvSpPr txBox="1"/>
          <p:nvPr/>
        </p:nvSpPr>
        <p:spPr>
          <a:xfrm>
            <a:off x="4993386" y="438540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Accent chaud</a:t>
            </a:r>
            <a:endParaRPr/>
          </a:p>
        </p:txBody>
      </p:sp>
      <p:sp>
        <p:nvSpPr>
          <p:cNvPr id="82" name="Google Shape;82;p7"/>
          <p:cNvSpPr/>
          <p:nvPr/>
        </p:nvSpPr>
        <p:spPr>
          <a:xfrm>
            <a:off x="975106" y="5109654"/>
            <a:ext cx="1828200" cy="548700"/>
          </a:xfrm>
          <a:prstGeom prst="rect">
            <a:avLst/>
          </a:prstGeom>
          <a:solidFill>
            <a:schemeClr val="accent3"/>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 name="Google Shape;83;p7"/>
          <p:cNvSpPr txBox="1"/>
          <p:nvPr/>
        </p:nvSpPr>
        <p:spPr>
          <a:xfrm>
            <a:off x="3047206" y="5109654"/>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CORAIL</a:t>
            </a:r>
            <a:endParaRPr/>
          </a:p>
        </p:txBody>
      </p:sp>
      <p:sp>
        <p:nvSpPr>
          <p:cNvPr id="84" name="Google Shape;84;p7"/>
          <p:cNvSpPr txBox="1"/>
          <p:nvPr/>
        </p:nvSpPr>
        <p:spPr>
          <a:xfrm>
            <a:off x="3047206" y="5383974"/>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#FF6B58</a:t>
            </a:r>
            <a:endParaRPr/>
          </a:p>
        </p:txBody>
      </p:sp>
      <p:sp>
        <p:nvSpPr>
          <p:cNvPr id="85" name="Google Shape;85;p7"/>
          <p:cNvSpPr txBox="1"/>
          <p:nvPr/>
        </p:nvSpPr>
        <p:spPr>
          <a:xfrm>
            <a:off x="4993386" y="5116928"/>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Accent vif</a:t>
            </a:r>
            <a:endParaRPr/>
          </a:p>
        </p:txBody>
      </p:sp>
      <p:sp>
        <p:nvSpPr>
          <p:cNvPr id="86" name="Google Shape;86;p7"/>
          <p:cNvSpPr/>
          <p:nvPr/>
        </p:nvSpPr>
        <p:spPr>
          <a:xfrm>
            <a:off x="975106" y="5841179"/>
            <a:ext cx="1828200" cy="548700"/>
          </a:xfrm>
          <a:prstGeom prst="rect">
            <a:avLst/>
          </a:prstGeom>
          <a:solidFill>
            <a:schemeClr val="lt2"/>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7"/>
          <p:cNvSpPr txBox="1"/>
          <p:nvPr/>
        </p:nvSpPr>
        <p:spPr>
          <a:xfrm>
            <a:off x="3047206" y="6042177"/>
            <a:ext cx="170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#eeeeee</a:t>
            </a:r>
            <a:endParaRPr/>
          </a:p>
        </p:txBody>
      </p:sp>
      <p:sp>
        <p:nvSpPr>
          <p:cNvPr id="88" name="Google Shape;88;p7"/>
          <p:cNvSpPr txBox="1"/>
          <p:nvPr/>
        </p:nvSpPr>
        <p:spPr>
          <a:xfrm>
            <a:off x="3047206" y="5841179"/>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A3A3B"/>
                </a:solidFill>
                <a:latin typeface="Calibri"/>
                <a:ea typeface="Calibri"/>
                <a:cs typeface="Calibri"/>
                <a:sym typeface="Calibri"/>
              </a:rPr>
              <a:t>GRIS CLAIR</a:t>
            </a:r>
            <a:endParaRPr/>
          </a:p>
        </p:txBody>
      </p:sp>
      <p:sp>
        <p:nvSpPr>
          <p:cNvPr id="89" name="Google Shape;89;p7"/>
          <p:cNvSpPr txBox="1"/>
          <p:nvPr/>
        </p:nvSpPr>
        <p:spPr>
          <a:xfrm>
            <a:off x="4999011" y="5864813"/>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Fonds </a:t>
            </a:r>
            <a:r>
              <a:rPr lang="en-US">
                <a:solidFill>
                  <a:srgbClr val="474747"/>
                </a:solidFill>
                <a:latin typeface="Calibri"/>
                <a:ea typeface="Calibri"/>
                <a:cs typeface="Calibri"/>
                <a:sym typeface="Calibri"/>
              </a:rPr>
              <a:t>neutre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Titre seule" showMasterSp="0">
  <p:cSld name="Title Only">
    <p:bg>
      <p:bgPr>
        <a:solidFill>
          <a:schemeClr val="lt1"/>
        </a:solidFill>
      </p:bgPr>
    </p:bg>
    <p:spTree>
      <p:nvGrpSpPr>
        <p:cNvPr id="90" name="Shape 90"/>
        <p:cNvGrpSpPr/>
        <p:nvPr/>
      </p:nvGrpSpPr>
      <p:grpSpPr>
        <a:xfrm>
          <a:off x="0" y="0"/>
          <a:ext cx="0" cy="0"/>
          <a:chOff x="0" y="0"/>
          <a:chExt cx="0" cy="0"/>
        </a:xfrm>
      </p:grpSpPr>
      <p:sp>
        <p:nvSpPr>
          <p:cNvPr id="91" name="Google Shape;91;p8"/>
          <p:cNvSpPr/>
          <p:nvPr/>
        </p:nvSpPr>
        <p:spPr>
          <a:xfrm>
            <a:off x="-2113" y="1725"/>
            <a:ext cx="12193048" cy="6854560"/>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2" name="Google Shape;92;p8"/>
          <p:cNvSpPr/>
          <p:nvPr/>
        </p:nvSpPr>
        <p:spPr>
          <a:xfrm>
            <a:off x="5745827" y="1631795"/>
            <a:ext cx="6440799" cy="3589315"/>
          </a:xfrm>
          <a:custGeom>
            <a:rect b="b" l="l" r="r" t="t"/>
            <a:pathLst>
              <a:path extrusionOk="0" h="2693670" w="4833620">
                <a:moveTo>
                  <a:pt x="1902371" y="0"/>
                </a:moveTo>
                <a:lnTo>
                  <a:pt x="1327238" y="1273403"/>
                </a:lnTo>
                <a:lnTo>
                  <a:pt x="1312117" y="1308640"/>
                </a:lnTo>
                <a:lnTo>
                  <a:pt x="1295367" y="1348402"/>
                </a:lnTo>
                <a:lnTo>
                  <a:pt x="1277245" y="1391980"/>
                </a:lnTo>
                <a:lnTo>
                  <a:pt x="1258011" y="1438663"/>
                </a:lnTo>
                <a:lnTo>
                  <a:pt x="1237921" y="1487743"/>
                </a:lnTo>
                <a:lnTo>
                  <a:pt x="1217235" y="1538509"/>
                </a:lnTo>
                <a:lnTo>
                  <a:pt x="1196211" y="1590252"/>
                </a:lnTo>
                <a:lnTo>
                  <a:pt x="1175105" y="1642262"/>
                </a:lnTo>
                <a:lnTo>
                  <a:pt x="1130350" y="1752663"/>
                </a:lnTo>
                <a:lnTo>
                  <a:pt x="1094905" y="1649018"/>
                </a:lnTo>
                <a:lnTo>
                  <a:pt x="1075302" y="1592125"/>
                </a:lnTo>
                <a:lnTo>
                  <a:pt x="1055813" y="1536238"/>
                </a:lnTo>
                <a:lnTo>
                  <a:pt x="1036683" y="1482039"/>
                </a:lnTo>
                <a:lnTo>
                  <a:pt x="1018155" y="1430207"/>
                </a:lnTo>
                <a:lnTo>
                  <a:pt x="1000474" y="1381424"/>
                </a:lnTo>
                <a:lnTo>
                  <a:pt x="983884" y="1336372"/>
                </a:lnTo>
                <a:lnTo>
                  <a:pt x="968628" y="1295731"/>
                </a:lnTo>
                <a:lnTo>
                  <a:pt x="469392" y="2349"/>
                </a:lnTo>
                <a:lnTo>
                  <a:pt x="0" y="2349"/>
                </a:lnTo>
                <a:lnTo>
                  <a:pt x="1114602" y="2693479"/>
                </a:lnTo>
                <a:lnTo>
                  <a:pt x="1689074" y="1385722"/>
                </a:lnTo>
                <a:lnTo>
                  <a:pt x="1708492" y="1339392"/>
                </a:lnTo>
                <a:lnTo>
                  <a:pt x="1723340" y="1303949"/>
                </a:lnTo>
                <a:lnTo>
                  <a:pt x="1739683" y="1264812"/>
                </a:lnTo>
                <a:lnTo>
                  <a:pt x="1757226" y="1222562"/>
                </a:lnTo>
                <a:lnTo>
                  <a:pt x="1775672" y="1177777"/>
                </a:lnTo>
                <a:lnTo>
                  <a:pt x="1794727" y="1131036"/>
                </a:lnTo>
                <a:lnTo>
                  <a:pt x="1814095" y="1082919"/>
                </a:lnTo>
                <a:lnTo>
                  <a:pt x="1833480" y="1034005"/>
                </a:lnTo>
                <a:lnTo>
                  <a:pt x="1852587" y="984872"/>
                </a:lnTo>
                <a:lnTo>
                  <a:pt x="1890788" y="885786"/>
                </a:lnTo>
                <a:lnTo>
                  <a:pt x="1928964" y="984872"/>
                </a:lnTo>
                <a:lnTo>
                  <a:pt x="1950123" y="1039204"/>
                </a:lnTo>
                <a:lnTo>
                  <a:pt x="1971600" y="1093222"/>
                </a:lnTo>
                <a:lnTo>
                  <a:pt x="1993068" y="1146323"/>
                </a:lnTo>
                <a:lnTo>
                  <a:pt x="2014199" y="1197903"/>
                </a:lnTo>
                <a:lnTo>
                  <a:pt x="2034663" y="1247358"/>
                </a:lnTo>
                <a:lnTo>
                  <a:pt x="2054135" y="1294083"/>
                </a:lnTo>
                <a:lnTo>
                  <a:pt x="2072284" y="1337475"/>
                </a:lnTo>
                <a:lnTo>
                  <a:pt x="2092261" y="1385227"/>
                </a:lnTo>
                <a:lnTo>
                  <a:pt x="2659176" y="2693022"/>
                </a:lnTo>
                <a:lnTo>
                  <a:pt x="3579304" y="456285"/>
                </a:lnTo>
                <a:lnTo>
                  <a:pt x="3582631" y="470585"/>
                </a:lnTo>
                <a:lnTo>
                  <a:pt x="3582631" y="2652496"/>
                </a:lnTo>
                <a:lnTo>
                  <a:pt x="4833506" y="2652496"/>
                </a:lnTo>
              </a:path>
              <a:path extrusionOk="0" h="2693670" w="4833620">
                <a:moveTo>
                  <a:pt x="4833506" y="2250427"/>
                </a:moveTo>
                <a:lnTo>
                  <a:pt x="4035437" y="2250427"/>
                </a:lnTo>
                <a:lnTo>
                  <a:pt x="4035437" y="1466024"/>
                </a:lnTo>
                <a:lnTo>
                  <a:pt x="4833506" y="1466024"/>
                </a:lnTo>
              </a:path>
              <a:path extrusionOk="0" h="2693670" w="4833620">
                <a:moveTo>
                  <a:pt x="4833506" y="1067803"/>
                </a:moveTo>
                <a:lnTo>
                  <a:pt x="4035437" y="1067803"/>
                </a:lnTo>
                <a:lnTo>
                  <a:pt x="4035437" y="404431"/>
                </a:lnTo>
                <a:lnTo>
                  <a:pt x="4833506" y="404431"/>
                </a:lnTo>
              </a:path>
              <a:path extrusionOk="0" h="2693670" w="4833620">
                <a:moveTo>
                  <a:pt x="4833506" y="2349"/>
                </a:moveTo>
                <a:lnTo>
                  <a:pt x="3308515" y="2349"/>
                </a:lnTo>
                <a:lnTo>
                  <a:pt x="2834398" y="1260348"/>
                </a:lnTo>
                <a:lnTo>
                  <a:pt x="2818895" y="1301193"/>
                </a:lnTo>
                <a:lnTo>
                  <a:pt x="2801748" y="1348390"/>
                </a:lnTo>
                <a:lnTo>
                  <a:pt x="2783434" y="1400160"/>
                </a:lnTo>
                <a:lnTo>
                  <a:pt x="2764428" y="1454729"/>
                </a:lnTo>
                <a:lnTo>
                  <a:pt x="2745206" y="1510322"/>
                </a:lnTo>
                <a:lnTo>
                  <a:pt x="2725602" y="1566706"/>
                </a:lnTo>
                <a:lnTo>
                  <a:pt x="2697406" y="1647499"/>
                </a:lnTo>
                <a:lnTo>
                  <a:pt x="2672083" y="1719975"/>
                </a:lnTo>
                <a:lnTo>
                  <a:pt x="2661094" y="1751406"/>
                </a:lnTo>
                <a:lnTo>
                  <a:pt x="2621419" y="1646288"/>
                </a:lnTo>
                <a:lnTo>
                  <a:pt x="2600637" y="1591872"/>
                </a:lnTo>
                <a:lnTo>
                  <a:pt x="2579853" y="1538385"/>
                </a:lnTo>
                <a:lnTo>
                  <a:pt x="2559330" y="1486476"/>
                </a:lnTo>
                <a:lnTo>
                  <a:pt x="2539331" y="1436795"/>
                </a:lnTo>
                <a:lnTo>
                  <a:pt x="2520120" y="1389990"/>
                </a:lnTo>
                <a:lnTo>
                  <a:pt x="2501960" y="1346711"/>
                </a:lnTo>
                <a:lnTo>
                  <a:pt x="2485113" y="1307607"/>
                </a:lnTo>
                <a:lnTo>
                  <a:pt x="2469845" y="1273327"/>
                </a:lnTo>
                <a:lnTo>
                  <a:pt x="1902371" y="0"/>
                </a:lnTo>
              </a:path>
            </a:pathLst>
          </a:custGeom>
          <a:noFill/>
          <a:ln cap="flat" cmpd="sng" w="12700">
            <a:solidFill>
              <a:srgbClr val="4D51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3" name="Google Shape;93;p8"/>
          <p:cNvSpPr txBox="1"/>
          <p:nvPr>
            <p:ph type="title"/>
          </p:nvPr>
        </p:nvSpPr>
        <p:spPr>
          <a:xfrm>
            <a:off x="1574661" y="1353633"/>
            <a:ext cx="7455300" cy="602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lt1"/>
              </a:buClr>
              <a:buSzPts val="1900"/>
              <a:buNone/>
              <a:defRPr i="0" sz="3700">
                <a:solidFill>
                  <a:schemeClr val="lt1"/>
                </a:solidFil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94" name="Google Shape;94;p8"/>
          <p:cNvSpPr/>
          <p:nvPr/>
        </p:nvSpPr>
        <p:spPr>
          <a:xfrm>
            <a:off x="1645803" y="2785736"/>
            <a:ext cx="656601" cy="0"/>
          </a:xfrm>
          <a:custGeom>
            <a:rect b="b" l="l" r="r" t="t"/>
            <a:pathLst>
              <a:path extrusionOk="0" h="120000" w="492759">
                <a:moveTo>
                  <a:pt x="492480" y="0"/>
                </a:moveTo>
                <a:lnTo>
                  <a:pt x="0" y="0"/>
                </a:lnTo>
              </a:path>
            </a:pathLst>
          </a:custGeom>
          <a:noFill/>
          <a:ln cap="flat" cmpd="sng" w="12700">
            <a:solidFill>
              <a:schemeClr val="accent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Arial"/>
              <a:ea typeface="Arial"/>
              <a:cs typeface="Arial"/>
              <a:sym typeface="Arial"/>
            </a:endParaRPr>
          </a:p>
        </p:txBody>
      </p:sp>
      <p:grpSp>
        <p:nvGrpSpPr>
          <p:cNvPr id="95" name="Google Shape;95;p8"/>
          <p:cNvGrpSpPr/>
          <p:nvPr/>
        </p:nvGrpSpPr>
        <p:grpSpPr>
          <a:xfrm>
            <a:off x="11244228" y="6492934"/>
            <a:ext cx="801538" cy="120224"/>
            <a:chOff x="8435280" y="4869822"/>
            <a:chExt cx="601304" cy="90170"/>
          </a:xfrm>
        </p:grpSpPr>
        <p:sp>
          <p:nvSpPr>
            <p:cNvPr id="96" name="Google Shape;96;p8"/>
            <p:cNvSpPr/>
            <p:nvPr/>
          </p:nvSpPr>
          <p:spPr>
            <a:xfrm>
              <a:off x="8617437"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7" name="Google Shape;97;p8"/>
            <p:cNvSpPr/>
            <p:nvPr/>
          </p:nvSpPr>
          <p:spPr>
            <a:xfrm>
              <a:off x="8972450"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 name="Google Shape;98;p8"/>
            <p:cNvSpPr/>
            <p:nvPr/>
          </p:nvSpPr>
          <p:spPr>
            <a:xfrm>
              <a:off x="8690915" y="4871675"/>
              <a:ext cx="85725" cy="88264"/>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44"/>
                  </a:lnTo>
                  <a:lnTo>
                    <a:pt x="85699" y="86144"/>
                  </a:lnTo>
                  <a:lnTo>
                    <a:pt x="85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9" name="Google Shape;99;p8"/>
            <p:cNvSpPr/>
            <p:nvPr/>
          </p:nvSpPr>
          <p:spPr>
            <a:xfrm>
              <a:off x="8789365" y="4869822"/>
              <a:ext cx="172084" cy="90170"/>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7998"/>
                  </a:lnTo>
                  <a:lnTo>
                    <a:pt x="74980" y="87998"/>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0" name="Google Shape;100;p8"/>
            <p:cNvSpPr/>
            <p:nvPr/>
          </p:nvSpPr>
          <p:spPr>
            <a:xfrm>
              <a:off x="8435280" y="4871111"/>
              <a:ext cx="169545" cy="88264"/>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101" name="Google Shape;101;p8"/>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Avec Image">
  <p:cSld name="CUSTOM_2">
    <p:spTree>
      <p:nvGrpSpPr>
        <p:cNvPr id="102" name="Shape 102"/>
        <p:cNvGrpSpPr/>
        <p:nvPr/>
      </p:nvGrpSpPr>
      <p:grpSpPr>
        <a:xfrm>
          <a:off x="0" y="0"/>
          <a:ext cx="0" cy="0"/>
          <a:chOff x="0" y="0"/>
          <a:chExt cx="0" cy="0"/>
        </a:xfrm>
      </p:grpSpPr>
      <p:pic>
        <p:nvPicPr>
          <p:cNvPr id="103" name="Google Shape;103;p9"/>
          <p:cNvPicPr preferRelativeResize="0"/>
          <p:nvPr/>
        </p:nvPicPr>
        <p:blipFill rotWithShape="1">
          <a:blip r:embed="rId2">
            <a:alphaModFix/>
          </a:blip>
          <a:srcRect b="0" l="0" r="0" t="9869"/>
          <a:stretch/>
        </p:blipFill>
        <p:spPr>
          <a:xfrm>
            <a:off x="2276940" y="-1"/>
            <a:ext cx="5218642" cy="4999068"/>
          </a:xfrm>
          <a:prstGeom prst="rect">
            <a:avLst/>
          </a:prstGeom>
          <a:noFill/>
          <a:ln>
            <a:noFill/>
          </a:ln>
        </p:spPr>
      </p:pic>
      <p:sp>
        <p:nvSpPr>
          <p:cNvPr id="104" name="Google Shape;104;p9"/>
          <p:cNvSpPr/>
          <p:nvPr/>
        </p:nvSpPr>
        <p:spPr>
          <a:xfrm>
            <a:off x="0" y="0"/>
            <a:ext cx="2734716" cy="6854560"/>
          </a:xfrm>
          <a:custGeom>
            <a:rect b="b" l="l" r="r" t="t"/>
            <a:pathLst>
              <a:path extrusionOk="0" h="5144135" w="2052320">
                <a:moveTo>
                  <a:pt x="2052002" y="0"/>
                </a:moveTo>
                <a:lnTo>
                  <a:pt x="0" y="0"/>
                </a:lnTo>
                <a:lnTo>
                  <a:pt x="0" y="5143677"/>
                </a:lnTo>
                <a:lnTo>
                  <a:pt x="2052002" y="5143677"/>
                </a:lnTo>
                <a:lnTo>
                  <a:pt x="2052002"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5" name="Google Shape;105;p9"/>
          <p:cNvSpPr/>
          <p:nvPr/>
        </p:nvSpPr>
        <p:spPr>
          <a:xfrm>
            <a:off x="1111705" y="721993"/>
            <a:ext cx="3078248" cy="3453933"/>
          </a:xfrm>
          <a:custGeom>
            <a:rect b="b" l="l" r="r" t="t"/>
            <a:pathLst>
              <a:path extrusionOk="0" h="2592070" w="2310130">
                <a:moveTo>
                  <a:pt x="2310003" y="0"/>
                </a:moveTo>
                <a:lnTo>
                  <a:pt x="0" y="0"/>
                </a:lnTo>
                <a:lnTo>
                  <a:pt x="0" y="2591993"/>
                </a:lnTo>
                <a:lnTo>
                  <a:pt x="2310003" y="2591993"/>
                </a:lnTo>
                <a:lnTo>
                  <a:pt x="231000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 name="Google Shape;106;p9"/>
          <p:cNvSpPr txBox="1"/>
          <p:nvPr>
            <p:ph type="title"/>
          </p:nvPr>
        </p:nvSpPr>
        <p:spPr>
          <a:xfrm>
            <a:off x="1111544" y="1003300"/>
            <a:ext cx="3079200" cy="978000"/>
          </a:xfrm>
          <a:prstGeom prst="rect">
            <a:avLst/>
          </a:prstGeom>
        </p:spPr>
        <p:txBody>
          <a:bodyPr anchorCtr="0" anchor="t"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Font typeface="Chakra Petch"/>
              <a:buNone/>
              <a:defRPr>
                <a:latin typeface="Chakra Petch"/>
                <a:ea typeface="Chakra Petch"/>
                <a:cs typeface="Chakra Petch"/>
                <a:sym typeface="Chakra Petch"/>
              </a:defRPr>
            </a:lvl2pPr>
            <a:lvl3pPr lvl="2">
              <a:spcBef>
                <a:spcPts val="0"/>
              </a:spcBef>
              <a:spcAft>
                <a:spcPts val="0"/>
              </a:spcAft>
              <a:buSzPts val="3700"/>
              <a:buFont typeface="Chakra Petch"/>
              <a:buNone/>
              <a:defRPr>
                <a:latin typeface="Chakra Petch"/>
                <a:ea typeface="Chakra Petch"/>
                <a:cs typeface="Chakra Petch"/>
                <a:sym typeface="Chakra Petch"/>
              </a:defRPr>
            </a:lvl3pPr>
            <a:lvl4pPr lvl="3">
              <a:spcBef>
                <a:spcPts val="0"/>
              </a:spcBef>
              <a:spcAft>
                <a:spcPts val="0"/>
              </a:spcAft>
              <a:buSzPts val="3700"/>
              <a:buFont typeface="Chakra Petch"/>
              <a:buNone/>
              <a:defRPr>
                <a:latin typeface="Chakra Petch"/>
                <a:ea typeface="Chakra Petch"/>
                <a:cs typeface="Chakra Petch"/>
                <a:sym typeface="Chakra Petch"/>
              </a:defRPr>
            </a:lvl4pPr>
            <a:lvl5pPr lvl="4">
              <a:spcBef>
                <a:spcPts val="0"/>
              </a:spcBef>
              <a:spcAft>
                <a:spcPts val="0"/>
              </a:spcAft>
              <a:buSzPts val="3700"/>
              <a:buFont typeface="Chakra Petch"/>
              <a:buNone/>
              <a:defRPr>
                <a:latin typeface="Chakra Petch"/>
                <a:ea typeface="Chakra Petch"/>
                <a:cs typeface="Chakra Petch"/>
                <a:sym typeface="Chakra Petch"/>
              </a:defRPr>
            </a:lvl5pPr>
            <a:lvl6pPr lvl="5">
              <a:spcBef>
                <a:spcPts val="0"/>
              </a:spcBef>
              <a:spcAft>
                <a:spcPts val="0"/>
              </a:spcAft>
              <a:buSzPts val="3700"/>
              <a:buFont typeface="Chakra Petch"/>
              <a:buNone/>
              <a:defRPr>
                <a:latin typeface="Chakra Petch"/>
                <a:ea typeface="Chakra Petch"/>
                <a:cs typeface="Chakra Petch"/>
                <a:sym typeface="Chakra Petch"/>
              </a:defRPr>
            </a:lvl6pPr>
            <a:lvl7pPr lvl="6">
              <a:spcBef>
                <a:spcPts val="0"/>
              </a:spcBef>
              <a:spcAft>
                <a:spcPts val="0"/>
              </a:spcAft>
              <a:buSzPts val="3700"/>
              <a:buFont typeface="Chakra Petch"/>
              <a:buNone/>
              <a:defRPr>
                <a:latin typeface="Chakra Petch"/>
                <a:ea typeface="Chakra Petch"/>
                <a:cs typeface="Chakra Petch"/>
                <a:sym typeface="Chakra Petch"/>
              </a:defRPr>
            </a:lvl7pPr>
            <a:lvl8pPr lvl="7">
              <a:spcBef>
                <a:spcPts val="0"/>
              </a:spcBef>
              <a:spcAft>
                <a:spcPts val="0"/>
              </a:spcAft>
              <a:buSzPts val="3700"/>
              <a:buFont typeface="Chakra Petch"/>
              <a:buNone/>
              <a:defRPr>
                <a:latin typeface="Chakra Petch"/>
                <a:ea typeface="Chakra Petch"/>
                <a:cs typeface="Chakra Petch"/>
                <a:sym typeface="Chakra Petch"/>
              </a:defRPr>
            </a:lvl8pPr>
            <a:lvl9pPr lvl="8">
              <a:spcBef>
                <a:spcPts val="0"/>
              </a:spcBef>
              <a:spcAft>
                <a:spcPts val="0"/>
              </a:spcAft>
              <a:buSzPts val="3700"/>
              <a:buFont typeface="Chakra Petch"/>
              <a:buNone/>
              <a:defRPr>
                <a:latin typeface="Chakra Petch"/>
                <a:ea typeface="Chakra Petch"/>
                <a:cs typeface="Chakra Petch"/>
                <a:sym typeface="Chakra Petch"/>
              </a:defRPr>
            </a:lvl9pPr>
          </a:lstStyle>
          <a:p/>
        </p:txBody>
      </p:sp>
      <p:sp>
        <p:nvSpPr>
          <p:cNvPr id="107" name="Google Shape;107;p9"/>
          <p:cNvSpPr txBox="1"/>
          <p:nvPr>
            <p:ph idx="2" type="title"/>
          </p:nvPr>
        </p:nvSpPr>
        <p:spPr>
          <a:xfrm>
            <a:off x="1111794" y="2436633"/>
            <a:ext cx="3079200" cy="10335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1"/>
              </a:buClr>
              <a:buSzPts val="2700"/>
              <a:buNone/>
              <a:defRPr sz="2700">
                <a:solidFill>
                  <a:schemeClr val="accent1"/>
                </a:solidFill>
              </a:defRPr>
            </a:lvl1pPr>
            <a:lvl2pPr lvl="1">
              <a:spcBef>
                <a:spcPts val="0"/>
              </a:spcBef>
              <a:spcAft>
                <a:spcPts val="0"/>
              </a:spcAft>
              <a:buSzPts val="3700"/>
              <a:buFont typeface="Chakra Petch"/>
              <a:buNone/>
              <a:defRPr>
                <a:latin typeface="Chakra Petch"/>
                <a:ea typeface="Chakra Petch"/>
                <a:cs typeface="Chakra Petch"/>
                <a:sym typeface="Chakra Petch"/>
              </a:defRPr>
            </a:lvl2pPr>
            <a:lvl3pPr lvl="2">
              <a:spcBef>
                <a:spcPts val="0"/>
              </a:spcBef>
              <a:spcAft>
                <a:spcPts val="0"/>
              </a:spcAft>
              <a:buSzPts val="3700"/>
              <a:buFont typeface="Chakra Petch"/>
              <a:buNone/>
              <a:defRPr>
                <a:latin typeface="Chakra Petch"/>
                <a:ea typeface="Chakra Petch"/>
                <a:cs typeface="Chakra Petch"/>
                <a:sym typeface="Chakra Petch"/>
              </a:defRPr>
            </a:lvl3pPr>
            <a:lvl4pPr lvl="3">
              <a:spcBef>
                <a:spcPts val="0"/>
              </a:spcBef>
              <a:spcAft>
                <a:spcPts val="0"/>
              </a:spcAft>
              <a:buSzPts val="3700"/>
              <a:buFont typeface="Chakra Petch"/>
              <a:buNone/>
              <a:defRPr>
                <a:latin typeface="Chakra Petch"/>
                <a:ea typeface="Chakra Petch"/>
                <a:cs typeface="Chakra Petch"/>
                <a:sym typeface="Chakra Petch"/>
              </a:defRPr>
            </a:lvl4pPr>
            <a:lvl5pPr lvl="4">
              <a:spcBef>
                <a:spcPts val="0"/>
              </a:spcBef>
              <a:spcAft>
                <a:spcPts val="0"/>
              </a:spcAft>
              <a:buSzPts val="3700"/>
              <a:buFont typeface="Chakra Petch"/>
              <a:buNone/>
              <a:defRPr>
                <a:latin typeface="Chakra Petch"/>
                <a:ea typeface="Chakra Petch"/>
                <a:cs typeface="Chakra Petch"/>
                <a:sym typeface="Chakra Petch"/>
              </a:defRPr>
            </a:lvl5pPr>
            <a:lvl6pPr lvl="5">
              <a:spcBef>
                <a:spcPts val="0"/>
              </a:spcBef>
              <a:spcAft>
                <a:spcPts val="0"/>
              </a:spcAft>
              <a:buSzPts val="3700"/>
              <a:buFont typeface="Chakra Petch"/>
              <a:buNone/>
              <a:defRPr>
                <a:latin typeface="Chakra Petch"/>
                <a:ea typeface="Chakra Petch"/>
                <a:cs typeface="Chakra Petch"/>
                <a:sym typeface="Chakra Petch"/>
              </a:defRPr>
            </a:lvl6pPr>
            <a:lvl7pPr lvl="6">
              <a:spcBef>
                <a:spcPts val="0"/>
              </a:spcBef>
              <a:spcAft>
                <a:spcPts val="0"/>
              </a:spcAft>
              <a:buSzPts val="3700"/>
              <a:buFont typeface="Chakra Petch"/>
              <a:buNone/>
              <a:defRPr>
                <a:latin typeface="Chakra Petch"/>
                <a:ea typeface="Chakra Petch"/>
                <a:cs typeface="Chakra Petch"/>
                <a:sym typeface="Chakra Petch"/>
              </a:defRPr>
            </a:lvl7pPr>
            <a:lvl8pPr lvl="7">
              <a:spcBef>
                <a:spcPts val="0"/>
              </a:spcBef>
              <a:spcAft>
                <a:spcPts val="0"/>
              </a:spcAft>
              <a:buSzPts val="3700"/>
              <a:buFont typeface="Chakra Petch"/>
              <a:buNone/>
              <a:defRPr>
                <a:latin typeface="Chakra Petch"/>
                <a:ea typeface="Chakra Petch"/>
                <a:cs typeface="Chakra Petch"/>
                <a:sym typeface="Chakra Petch"/>
              </a:defRPr>
            </a:lvl8pPr>
            <a:lvl9pPr lvl="8">
              <a:spcBef>
                <a:spcPts val="0"/>
              </a:spcBef>
              <a:spcAft>
                <a:spcPts val="0"/>
              </a:spcAft>
              <a:buSzPts val="3700"/>
              <a:buFont typeface="Chakra Petch"/>
              <a:buNone/>
              <a:defRPr>
                <a:latin typeface="Chakra Petch"/>
                <a:ea typeface="Chakra Petch"/>
                <a:cs typeface="Chakra Petch"/>
                <a:sym typeface="Chakra Petch"/>
              </a:defRPr>
            </a:lvl9pPr>
          </a:lstStyle>
          <a:p/>
        </p:txBody>
      </p:sp>
      <p:sp>
        <p:nvSpPr>
          <p:cNvPr id="108" name="Google Shape;108;p9"/>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Thématique">
  <p:cSld name="CUSTOM_1">
    <p:spTree>
      <p:nvGrpSpPr>
        <p:cNvPr id="109" name="Shape 109"/>
        <p:cNvGrpSpPr/>
        <p:nvPr/>
      </p:nvGrpSpPr>
      <p:grpSpPr>
        <a:xfrm>
          <a:off x="0" y="0"/>
          <a:ext cx="0" cy="0"/>
          <a:chOff x="0" y="0"/>
          <a:chExt cx="0" cy="0"/>
        </a:xfrm>
      </p:grpSpPr>
      <p:sp>
        <p:nvSpPr>
          <p:cNvPr id="110" name="Google Shape;110;p10"/>
          <p:cNvSpPr txBox="1"/>
          <p:nvPr/>
        </p:nvSpPr>
        <p:spPr>
          <a:xfrm>
            <a:off x="3039208" y="1882776"/>
            <a:ext cx="6110400" cy="2864400"/>
          </a:xfrm>
          <a:prstGeom prst="rect">
            <a:avLst/>
          </a:prstGeom>
          <a:solidFill>
            <a:srgbClr val="000E1D"/>
          </a:solidFill>
          <a:ln>
            <a:noFill/>
          </a:ln>
        </p:spPr>
        <p:txBody>
          <a:bodyPr anchorCtr="0" anchor="ctr" bIns="0" lIns="0" spcFirstLastPara="1" rIns="0" wrap="square" tIns="85325">
            <a:noAutofit/>
          </a:bodyPr>
          <a:lstStyle/>
          <a:p>
            <a:pPr indent="0" lvl="0" marL="495300" marR="495300" rtl="0" algn="ctr">
              <a:spcBef>
                <a:spcPts val="0"/>
              </a:spcBef>
              <a:spcAft>
                <a:spcPts val="0"/>
              </a:spcAft>
              <a:buSzPts val="1900"/>
              <a:buNone/>
            </a:pPr>
            <a:r>
              <a:t/>
            </a:r>
            <a:endParaRPr sz="4000">
              <a:solidFill>
                <a:schemeClr val="lt1"/>
              </a:solidFill>
              <a:latin typeface="Montserrat"/>
              <a:ea typeface="Montserrat"/>
              <a:cs typeface="Montserrat"/>
              <a:sym typeface="Montserrat"/>
            </a:endParaRPr>
          </a:p>
        </p:txBody>
      </p:sp>
      <p:sp>
        <p:nvSpPr>
          <p:cNvPr id="111" name="Google Shape;111;p10"/>
          <p:cNvSpPr/>
          <p:nvPr/>
        </p:nvSpPr>
        <p:spPr>
          <a:xfrm rot="10800000">
            <a:off x="3039217" y="4747491"/>
            <a:ext cx="6110400" cy="524700"/>
          </a:xfrm>
          <a:prstGeom prst="rtTriangle">
            <a:avLst/>
          </a:prstGeom>
          <a:solidFill>
            <a:schemeClr val="accent1"/>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None/>
            </a:pPr>
            <a:r>
              <a:t/>
            </a:r>
            <a:endParaRPr b="1" sz="900">
              <a:latin typeface="Montserrat"/>
              <a:ea typeface="Montserrat"/>
              <a:cs typeface="Montserrat"/>
              <a:sym typeface="Montserrat"/>
            </a:endParaRPr>
          </a:p>
        </p:txBody>
      </p:sp>
      <p:sp>
        <p:nvSpPr>
          <p:cNvPr id="112" name="Google Shape;112;p10"/>
          <p:cNvSpPr txBox="1"/>
          <p:nvPr>
            <p:ph type="title"/>
          </p:nvPr>
        </p:nvSpPr>
        <p:spPr>
          <a:xfrm>
            <a:off x="3047206" y="1892300"/>
            <a:ext cx="6110400" cy="2864400"/>
          </a:xfrm>
          <a:prstGeom prst="rect">
            <a:avLst/>
          </a:prstGeom>
        </p:spPr>
        <p:txBody>
          <a:bodyPr anchorCtr="0" anchor="ctr" bIns="24000" lIns="24000" spcFirstLastPara="1" rIns="24000" wrap="square" tIns="24000">
            <a:noAutofit/>
          </a:bodyPr>
          <a:lstStyle>
            <a:lvl1pPr lvl="0" algn="ctr">
              <a:spcBef>
                <a:spcPts val="0"/>
              </a:spcBef>
              <a:spcAft>
                <a:spcPts val="0"/>
              </a:spcAft>
              <a:buClr>
                <a:schemeClr val="lt1"/>
              </a:buClr>
              <a:buSzPts val="4000"/>
              <a:buNone/>
              <a:defRPr b="1" sz="4000">
                <a:solidFill>
                  <a:schemeClr val="lt1"/>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13" name="Google Shape;113;p10"/>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Couverture ">
  <p:cSld name="CUSTOM_4">
    <p:spTree>
      <p:nvGrpSpPr>
        <p:cNvPr id="114" name="Shape 114"/>
        <p:cNvGrpSpPr/>
        <p:nvPr/>
      </p:nvGrpSpPr>
      <p:grpSpPr>
        <a:xfrm>
          <a:off x="0" y="0"/>
          <a:ext cx="0" cy="0"/>
          <a:chOff x="0" y="0"/>
          <a:chExt cx="0" cy="0"/>
        </a:xfrm>
      </p:grpSpPr>
      <p:sp>
        <p:nvSpPr>
          <p:cNvPr id="115" name="Google Shape;115;p11"/>
          <p:cNvSpPr/>
          <p:nvPr/>
        </p:nvSpPr>
        <p:spPr>
          <a:xfrm>
            <a:off x="400" y="0"/>
            <a:ext cx="12193048" cy="6854560"/>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16" name="Google Shape;116;p11"/>
          <p:cNvSpPr/>
          <p:nvPr/>
        </p:nvSpPr>
        <p:spPr>
          <a:xfrm>
            <a:off x="5745827" y="1631795"/>
            <a:ext cx="6440799" cy="3589315"/>
          </a:xfrm>
          <a:custGeom>
            <a:rect b="b" l="l" r="r" t="t"/>
            <a:pathLst>
              <a:path extrusionOk="0" h="2693670" w="4833620">
                <a:moveTo>
                  <a:pt x="1902371" y="0"/>
                </a:moveTo>
                <a:lnTo>
                  <a:pt x="1327238" y="1273403"/>
                </a:lnTo>
                <a:lnTo>
                  <a:pt x="1312117" y="1308640"/>
                </a:lnTo>
                <a:lnTo>
                  <a:pt x="1295367" y="1348402"/>
                </a:lnTo>
                <a:lnTo>
                  <a:pt x="1277245" y="1391980"/>
                </a:lnTo>
                <a:lnTo>
                  <a:pt x="1258011" y="1438663"/>
                </a:lnTo>
                <a:lnTo>
                  <a:pt x="1237921" y="1487743"/>
                </a:lnTo>
                <a:lnTo>
                  <a:pt x="1217235" y="1538509"/>
                </a:lnTo>
                <a:lnTo>
                  <a:pt x="1196211" y="1590252"/>
                </a:lnTo>
                <a:lnTo>
                  <a:pt x="1175105" y="1642262"/>
                </a:lnTo>
                <a:lnTo>
                  <a:pt x="1130350" y="1752663"/>
                </a:lnTo>
                <a:lnTo>
                  <a:pt x="1094905" y="1649018"/>
                </a:lnTo>
                <a:lnTo>
                  <a:pt x="1075302" y="1592125"/>
                </a:lnTo>
                <a:lnTo>
                  <a:pt x="1055813" y="1536238"/>
                </a:lnTo>
                <a:lnTo>
                  <a:pt x="1036683" y="1482039"/>
                </a:lnTo>
                <a:lnTo>
                  <a:pt x="1018155" y="1430207"/>
                </a:lnTo>
                <a:lnTo>
                  <a:pt x="1000474" y="1381424"/>
                </a:lnTo>
                <a:lnTo>
                  <a:pt x="983884" y="1336372"/>
                </a:lnTo>
                <a:lnTo>
                  <a:pt x="968628" y="1295731"/>
                </a:lnTo>
                <a:lnTo>
                  <a:pt x="469392" y="2349"/>
                </a:lnTo>
                <a:lnTo>
                  <a:pt x="0" y="2349"/>
                </a:lnTo>
                <a:lnTo>
                  <a:pt x="1114602" y="2693479"/>
                </a:lnTo>
                <a:lnTo>
                  <a:pt x="1689074" y="1385722"/>
                </a:lnTo>
                <a:lnTo>
                  <a:pt x="1708492" y="1339392"/>
                </a:lnTo>
                <a:lnTo>
                  <a:pt x="1723340" y="1303949"/>
                </a:lnTo>
                <a:lnTo>
                  <a:pt x="1739683" y="1264812"/>
                </a:lnTo>
                <a:lnTo>
                  <a:pt x="1757226" y="1222562"/>
                </a:lnTo>
                <a:lnTo>
                  <a:pt x="1775672" y="1177777"/>
                </a:lnTo>
                <a:lnTo>
                  <a:pt x="1794727" y="1131036"/>
                </a:lnTo>
                <a:lnTo>
                  <a:pt x="1814095" y="1082919"/>
                </a:lnTo>
                <a:lnTo>
                  <a:pt x="1833480" y="1034005"/>
                </a:lnTo>
                <a:lnTo>
                  <a:pt x="1852587" y="984872"/>
                </a:lnTo>
                <a:lnTo>
                  <a:pt x="1890788" y="885786"/>
                </a:lnTo>
                <a:lnTo>
                  <a:pt x="1928964" y="984872"/>
                </a:lnTo>
                <a:lnTo>
                  <a:pt x="1950123" y="1039204"/>
                </a:lnTo>
                <a:lnTo>
                  <a:pt x="1971600" y="1093222"/>
                </a:lnTo>
                <a:lnTo>
                  <a:pt x="1993068" y="1146323"/>
                </a:lnTo>
                <a:lnTo>
                  <a:pt x="2014199" y="1197903"/>
                </a:lnTo>
                <a:lnTo>
                  <a:pt x="2034663" y="1247358"/>
                </a:lnTo>
                <a:lnTo>
                  <a:pt x="2054135" y="1294083"/>
                </a:lnTo>
                <a:lnTo>
                  <a:pt x="2072284" y="1337475"/>
                </a:lnTo>
                <a:lnTo>
                  <a:pt x="2092261" y="1385227"/>
                </a:lnTo>
                <a:lnTo>
                  <a:pt x="2659176" y="2693022"/>
                </a:lnTo>
                <a:lnTo>
                  <a:pt x="3579304" y="456285"/>
                </a:lnTo>
                <a:lnTo>
                  <a:pt x="3582631" y="470585"/>
                </a:lnTo>
                <a:lnTo>
                  <a:pt x="3582631" y="2652496"/>
                </a:lnTo>
                <a:lnTo>
                  <a:pt x="4833506" y="2652496"/>
                </a:lnTo>
              </a:path>
              <a:path extrusionOk="0" h="2693670" w="4833620">
                <a:moveTo>
                  <a:pt x="4833506" y="2250427"/>
                </a:moveTo>
                <a:lnTo>
                  <a:pt x="4035437" y="2250427"/>
                </a:lnTo>
                <a:lnTo>
                  <a:pt x="4035437" y="1466024"/>
                </a:lnTo>
                <a:lnTo>
                  <a:pt x="4833506" y="1466024"/>
                </a:lnTo>
              </a:path>
              <a:path extrusionOk="0" h="2693670" w="4833620">
                <a:moveTo>
                  <a:pt x="4833506" y="1067803"/>
                </a:moveTo>
                <a:lnTo>
                  <a:pt x="4035437" y="1067803"/>
                </a:lnTo>
                <a:lnTo>
                  <a:pt x="4035437" y="404431"/>
                </a:lnTo>
                <a:lnTo>
                  <a:pt x="4833506" y="404431"/>
                </a:lnTo>
              </a:path>
              <a:path extrusionOk="0" h="2693670" w="4833620">
                <a:moveTo>
                  <a:pt x="4833506" y="2349"/>
                </a:moveTo>
                <a:lnTo>
                  <a:pt x="3308515" y="2349"/>
                </a:lnTo>
                <a:lnTo>
                  <a:pt x="2834398" y="1260348"/>
                </a:lnTo>
                <a:lnTo>
                  <a:pt x="2818895" y="1301193"/>
                </a:lnTo>
                <a:lnTo>
                  <a:pt x="2801748" y="1348390"/>
                </a:lnTo>
                <a:lnTo>
                  <a:pt x="2783434" y="1400160"/>
                </a:lnTo>
                <a:lnTo>
                  <a:pt x="2764428" y="1454729"/>
                </a:lnTo>
                <a:lnTo>
                  <a:pt x="2745206" y="1510322"/>
                </a:lnTo>
                <a:lnTo>
                  <a:pt x="2725602" y="1566706"/>
                </a:lnTo>
                <a:lnTo>
                  <a:pt x="2697406" y="1647499"/>
                </a:lnTo>
                <a:lnTo>
                  <a:pt x="2672083" y="1719975"/>
                </a:lnTo>
                <a:lnTo>
                  <a:pt x="2661094" y="1751406"/>
                </a:lnTo>
                <a:lnTo>
                  <a:pt x="2621419" y="1646288"/>
                </a:lnTo>
                <a:lnTo>
                  <a:pt x="2600637" y="1591872"/>
                </a:lnTo>
                <a:lnTo>
                  <a:pt x="2579853" y="1538385"/>
                </a:lnTo>
                <a:lnTo>
                  <a:pt x="2559330" y="1486476"/>
                </a:lnTo>
                <a:lnTo>
                  <a:pt x="2539331" y="1436795"/>
                </a:lnTo>
                <a:lnTo>
                  <a:pt x="2520120" y="1389990"/>
                </a:lnTo>
                <a:lnTo>
                  <a:pt x="2501960" y="1346711"/>
                </a:lnTo>
                <a:lnTo>
                  <a:pt x="2485113" y="1307607"/>
                </a:lnTo>
                <a:lnTo>
                  <a:pt x="2469845" y="1273327"/>
                </a:lnTo>
                <a:lnTo>
                  <a:pt x="1902371" y="0"/>
                </a:lnTo>
              </a:path>
            </a:pathLst>
          </a:custGeom>
          <a:noFill/>
          <a:ln cap="flat" cmpd="sng" w="12700">
            <a:solidFill>
              <a:srgbClr val="4D51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17" name="Google Shape;117;p11"/>
          <p:cNvSpPr/>
          <p:nvPr/>
        </p:nvSpPr>
        <p:spPr>
          <a:xfrm>
            <a:off x="4883898" y="2678451"/>
            <a:ext cx="650678" cy="890135"/>
          </a:xfrm>
          <a:custGeom>
            <a:rect b="b" l="l" r="r" t="t"/>
            <a:pathLst>
              <a:path extrusionOk="0" h="668019" w="488314">
                <a:moveTo>
                  <a:pt x="0" y="0"/>
                </a:moveTo>
                <a:lnTo>
                  <a:pt x="0" y="666496"/>
                </a:lnTo>
                <a:lnTo>
                  <a:pt x="65443" y="666496"/>
                </a:lnTo>
                <a:lnTo>
                  <a:pt x="65339" y="276723"/>
                </a:lnTo>
                <a:lnTo>
                  <a:pt x="64211" y="167639"/>
                </a:lnTo>
                <a:lnTo>
                  <a:pt x="89785" y="201564"/>
                </a:lnTo>
                <a:lnTo>
                  <a:pt x="118617"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18" name="Google Shape;118;p11"/>
          <p:cNvSpPr/>
          <p:nvPr/>
        </p:nvSpPr>
        <p:spPr>
          <a:xfrm>
            <a:off x="8519673" y="2678451"/>
            <a:ext cx="650680" cy="890135"/>
          </a:xfrm>
          <a:custGeom>
            <a:rect b="b" l="l" r="r" t="t"/>
            <a:pathLst>
              <a:path extrusionOk="0" h="668019" w="488315">
                <a:moveTo>
                  <a:pt x="0" y="0"/>
                </a:moveTo>
                <a:lnTo>
                  <a:pt x="0" y="666496"/>
                </a:lnTo>
                <a:lnTo>
                  <a:pt x="65443" y="666496"/>
                </a:lnTo>
                <a:lnTo>
                  <a:pt x="65339" y="276723"/>
                </a:lnTo>
                <a:lnTo>
                  <a:pt x="64211" y="167639"/>
                </a:lnTo>
                <a:lnTo>
                  <a:pt x="89787" y="201564"/>
                </a:lnTo>
                <a:lnTo>
                  <a:pt x="118630"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19" name="Google Shape;119;p11"/>
          <p:cNvSpPr/>
          <p:nvPr/>
        </p:nvSpPr>
        <p:spPr>
          <a:xfrm>
            <a:off x="5636291" y="2684515"/>
            <a:ext cx="668449" cy="901136"/>
          </a:xfrm>
          <a:custGeom>
            <a:rect b="b" l="l" r="r" t="t"/>
            <a:pathLst>
              <a:path extrusionOk="0" h="676275" w="501650">
                <a:moveTo>
                  <a:pt x="501180" y="0"/>
                </a:moveTo>
                <a:lnTo>
                  <a:pt x="426478" y="0"/>
                </a:lnTo>
                <a:lnTo>
                  <a:pt x="278003" y="434987"/>
                </a:lnTo>
                <a:lnTo>
                  <a:pt x="272558" y="449864"/>
                </a:lnTo>
                <a:lnTo>
                  <a:pt x="266311" y="468198"/>
                </a:lnTo>
                <a:lnTo>
                  <a:pt x="252476" y="510628"/>
                </a:lnTo>
                <a:lnTo>
                  <a:pt x="245428" y="488837"/>
                </a:lnTo>
                <a:lnTo>
                  <a:pt x="232403" y="449864"/>
                </a:lnTo>
                <a:lnTo>
                  <a:pt x="226949" y="434987"/>
                </a:lnTo>
                <a:lnTo>
                  <a:pt x="77546" y="0"/>
                </a:lnTo>
                <a:lnTo>
                  <a:pt x="0" y="0"/>
                </a:lnTo>
                <a:lnTo>
                  <a:pt x="0" y="9448"/>
                </a:lnTo>
                <a:lnTo>
                  <a:pt x="246811" y="676122"/>
                </a:lnTo>
                <a:lnTo>
                  <a:pt x="254368" y="676122"/>
                </a:lnTo>
                <a:lnTo>
                  <a:pt x="501180" y="9448"/>
                </a:lnTo>
                <a:lnTo>
                  <a:pt x="5011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0" name="Google Shape;120;p11"/>
          <p:cNvSpPr/>
          <p:nvPr/>
        </p:nvSpPr>
        <p:spPr>
          <a:xfrm>
            <a:off x="6426405"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1" name="Google Shape;121;p11"/>
          <p:cNvSpPr/>
          <p:nvPr/>
        </p:nvSpPr>
        <p:spPr>
          <a:xfrm>
            <a:off x="7324908"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2" name="Google Shape;122;p11"/>
          <p:cNvSpPr/>
          <p:nvPr/>
        </p:nvSpPr>
        <p:spPr>
          <a:xfrm>
            <a:off x="6644655" y="2665613"/>
            <a:ext cx="566065" cy="920598"/>
          </a:xfrm>
          <a:custGeom>
            <a:rect b="b" l="l" r="r" t="t"/>
            <a:pathLst>
              <a:path extrusionOk="0" h="690880" w="424814">
                <a:moveTo>
                  <a:pt x="221132" y="0"/>
                </a:moveTo>
                <a:lnTo>
                  <a:pt x="169132" y="5101"/>
                </a:lnTo>
                <a:lnTo>
                  <a:pt x="123960" y="19686"/>
                </a:lnTo>
                <a:lnTo>
                  <a:pt x="86787" y="42678"/>
                </a:lnTo>
                <a:lnTo>
                  <a:pt x="58784" y="72997"/>
                </a:lnTo>
                <a:lnTo>
                  <a:pt x="41123" y="109566"/>
                </a:lnTo>
                <a:lnTo>
                  <a:pt x="34975" y="151307"/>
                </a:lnTo>
                <a:lnTo>
                  <a:pt x="40189" y="194647"/>
                </a:lnTo>
                <a:lnTo>
                  <a:pt x="54703" y="231918"/>
                </a:lnTo>
                <a:lnTo>
                  <a:pt x="76827" y="264100"/>
                </a:lnTo>
                <a:lnTo>
                  <a:pt x="104869" y="292175"/>
                </a:lnTo>
                <a:lnTo>
                  <a:pt x="137138" y="317125"/>
                </a:lnTo>
                <a:lnTo>
                  <a:pt x="171944" y="339931"/>
                </a:lnTo>
                <a:lnTo>
                  <a:pt x="207595" y="361575"/>
                </a:lnTo>
                <a:lnTo>
                  <a:pt x="242401" y="383037"/>
                </a:lnTo>
                <a:lnTo>
                  <a:pt x="274670" y="405300"/>
                </a:lnTo>
                <a:lnTo>
                  <a:pt x="324835" y="456152"/>
                </a:lnTo>
                <a:lnTo>
                  <a:pt x="344563" y="521982"/>
                </a:lnTo>
                <a:lnTo>
                  <a:pt x="336173" y="565765"/>
                </a:lnTo>
                <a:lnTo>
                  <a:pt x="312162" y="598465"/>
                </a:lnTo>
                <a:lnTo>
                  <a:pt x="274269" y="618930"/>
                </a:lnTo>
                <a:lnTo>
                  <a:pt x="224231" y="626008"/>
                </a:lnTo>
                <a:lnTo>
                  <a:pt x="177749" y="620734"/>
                </a:lnTo>
                <a:lnTo>
                  <a:pt x="133970" y="604380"/>
                </a:lnTo>
                <a:lnTo>
                  <a:pt x="92895" y="576148"/>
                </a:lnTo>
                <a:lnTo>
                  <a:pt x="54521" y="535241"/>
                </a:lnTo>
                <a:lnTo>
                  <a:pt x="0" y="584403"/>
                </a:lnTo>
                <a:lnTo>
                  <a:pt x="38347" y="623738"/>
                </a:lnTo>
                <a:lnTo>
                  <a:pt x="80393" y="653545"/>
                </a:lnTo>
                <a:lnTo>
                  <a:pt x="125893" y="674277"/>
                </a:lnTo>
                <a:lnTo>
                  <a:pt x="174602" y="686385"/>
                </a:lnTo>
                <a:lnTo>
                  <a:pt x="226275" y="690321"/>
                </a:lnTo>
                <a:lnTo>
                  <a:pt x="281691" y="684720"/>
                </a:lnTo>
                <a:lnTo>
                  <a:pt x="329851" y="668532"/>
                </a:lnTo>
                <a:lnTo>
                  <a:pt x="369500" y="642677"/>
                </a:lnTo>
                <a:lnTo>
                  <a:pt x="399377" y="608075"/>
                </a:lnTo>
                <a:lnTo>
                  <a:pt x="418226" y="565649"/>
                </a:lnTo>
                <a:lnTo>
                  <a:pt x="424789" y="516318"/>
                </a:lnTo>
                <a:lnTo>
                  <a:pt x="419558" y="471339"/>
                </a:lnTo>
                <a:lnTo>
                  <a:pt x="404996" y="432653"/>
                </a:lnTo>
                <a:lnTo>
                  <a:pt x="382799" y="399304"/>
                </a:lnTo>
                <a:lnTo>
                  <a:pt x="354664" y="370332"/>
                </a:lnTo>
                <a:lnTo>
                  <a:pt x="322287" y="344779"/>
                </a:lnTo>
                <a:lnTo>
                  <a:pt x="287366" y="321688"/>
                </a:lnTo>
                <a:lnTo>
                  <a:pt x="216675" y="279056"/>
                </a:lnTo>
                <a:lnTo>
                  <a:pt x="184298" y="257599"/>
                </a:lnTo>
                <a:lnTo>
                  <a:pt x="156163" y="234771"/>
                </a:lnTo>
                <a:lnTo>
                  <a:pt x="133966" y="209613"/>
                </a:lnTo>
                <a:lnTo>
                  <a:pt x="119404" y="181167"/>
                </a:lnTo>
                <a:lnTo>
                  <a:pt x="114173" y="148475"/>
                </a:lnTo>
                <a:lnTo>
                  <a:pt x="121596" y="114574"/>
                </a:lnTo>
                <a:lnTo>
                  <a:pt x="142713" y="87949"/>
                </a:lnTo>
                <a:lnTo>
                  <a:pt x="175787" y="70546"/>
                </a:lnTo>
                <a:lnTo>
                  <a:pt x="219087" y="64312"/>
                </a:lnTo>
                <a:lnTo>
                  <a:pt x="256079" y="68153"/>
                </a:lnTo>
                <a:lnTo>
                  <a:pt x="289021" y="80149"/>
                </a:lnTo>
                <a:lnTo>
                  <a:pt x="318880" y="101013"/>
                </a:lnTo>
                <a:lnTo>
                  <a:pt x="346621" y="131457"/>
                </a:lnTo>
                <a:lnTo>
                  <a:pt x="401129" y="85128"/>
                </a:lnTo>
                <a:lnTo>
                  <a:pt x="363457" y="46687"/>
                </a:lnTo>
                <a:lnTo>
                  <a:pt x="321160" y="20218"/>
                </a:lnTo>
                <a:lnTo>
                  <a:pt x="273849" y="4921"/>
                </a:lnTo>
                <a:lnTo>
                  <a:pt x="22113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 name="Google Shape;123;p11"/>
          <p:cNvSpPr/>
          <p:nvPr/>
        </p:nvSpPr>
        <p:spPr>
          <a:xfrm>
            <a:off x="7576132" y="2665618"/>
            <a:ext cx="829215" cy="920598"/>
          </a:xfrm>
          <a:custGeom>
            <a:rect b="b" l="l" r="r" t="t"/>
            <a:pathLst>
              <a:path extrusionOk="0" h="690880" w="622300">
                <a:moveTo>
                  <a:pt x="311531" y="0"/>
                </a:moveTo>
                <a:lnTo>
                  <a:pt x="262256" y="3564"/>
                </a:lnTo>
                <a:lnTo>
                  <a:pt x="216309" y="13980"/>
                </a:lnTo>
                <a:lnTo>
                  <a:pt x="173978" y="30828"/>
                </a:lnTo>
                <a:lnTo>
                  <a:pt x="135551" y="53691"/>
                </a:lnTo>
                <a:lnTo>
                  <a:pt x="101313" y="82151"/>
                </a:lnTo>
                <a:lnTo>
                  <a:pt x="71555" y="115791"/>
                </a:lnTo>
                <a:lnTo>
                  <a:pt x="46562" y="154192"/>
                </a:lnTo>
                <a:lnTo>
                  <a:pt x="26622" y="196936"/>
                </a:lnTo>
                <a:lnTo>
                  <a:pt x="12023" y="243607"/>
                </a:lnTo>
                <a:lnTo>
                  <a:pt x="3053" y="293785"/>
                </a:lnTo>
                <a:lnTo>
                  <a:pt x="0" y="347052"/>
                </a:lnTo>
                <a:lnTo>
                  <a:pt x="3034" y="399379"/>
                </a:lnTo>
                <a:lnTo>
                  <a:pt x="11951" y="448785"/>
                </a:lnTo>
                <a:lnTo>
                  <a:pt x="26471" y="494837"/>
                </a:lnTo>
                <a:lnTo>
                  <a:pt x="46312" y="537100"/>
                </a:lnTo>
                <a:lnTo>
                  <a:pt x="71196" y="575138"/>
                </a:lnTo>
                <a:lnTo>
                  <a:pt x="100840" y="608517"/>
                </a:lnTo>
                <a:lnTo>
                  <a:pt x="134967" y="636802"/>
                </a:lnTo>
                <a:lnTo>
                  <a:pt x="173294" y="659559"/>
                </a:lnTo>
                <a:lnTo>
                  <a:pt x="215542" y="676352"/>
                </a:lnTo>
                <a:lnTo>
                  <a:pt x="261431" y="686746"/>
                </a:lnTo>
                <a:lnTo>
                  <a:pt x="310680" y="690308"/>
                </a:lnTo>
                <a:lnTo>
                  <a:pt x="359765" y="686745"/>
                </a:lnTo>
                <a:lnTo>
                  <a:pt x="405595" y="676340"/>
                </a:lnTo>
                <a:lnTo>
                  <a:pt x="447869" y="659520"/>
                </a:lnTo>
                <a:lnTo>
                  <a:pt x="486289" y="636711"/>
                </a:lnTo>
                <a:lnTo>
                  <a:pt x="504938" y="621271"/>
                </a:lnTo>
                <a:lnTo>
                  <a:pt x="311531" y="621271"/>
                </a:lnTo>
                <a:lnTo>
                  <a:pt x="265417" y="617094"/>
                </a:lnTo>
                <a:lnTo>
                  <a:pt x="223099" y="604947"/>
                </a:lnTo>
                <a:lnTo>
                  <a:pt x="185011" y="585407"/>
                </a:lnTo>
                <a:lnTo>
                  <a:pt x="151589" y="559050"/>
                </a:lnTo>
                <a:lnTo>
                  <a:pt x="123269" y="526451"/>
                </a:lnTo>
                <a:lnTo>
                  <a:pt x="100484" y="488186"/>
                </a:lnTo>
                <a:lnTo>
                  <a:pt x="83670" y="444832"/>
                </a:lnTo>
                <a:lnTo>
                  <a:pt x="73263" y="396965"/>
                </a:lnTo>
                <a:lnTo>
                  <a:pt x="69697" y="345160"/>
                </a:lnTo>
                <a:lnTo>
                  <a:pt x="73263" y="293355"/>
                </a:lnTo>
                <a:lnTo>
                  <a:pt x="83670" y="245486"/>
                </a:lnTo>
                <a:lnTo>
                  <a:pt x="100484" y="202131"/>
                </a:lnTo>
                <a:lnTo>
                  <a:pt x="123269" y="163864"/>
                </a:lnTo>
                <a:lnTo>
                  <a:pt x="151589" y="131263"/>
                </a:lnTo>
                <a:lnTo>
                  <a:pt x="185011" y="104903"/>
                </a:lnTo>
                <a:lnTo>
                  <a:pt x="223099" y="85362"/>
                </a:lnTo>
                <a:lnTo>
                  <a:pt x="265417" y="73214"/>
                </a:lnTo>
                <a:lnTo>
                  <a:pt x="311531" y="69037"/>
                </a:lnTo>
                <a:lnTo>
                  <a:pt x="505461" y="69037"/>
                </a:lnTo>
                <a:lnTo>
                  <a:pt x="486879" y="53600"/>
                </a:lnTo>
                <a:lnTo>
                  <a:pt x="448559" y="30789"/>
                </a:lnTo>
                <a:lnTo>
                  <a:pt x="406367" y="13968"/>
                </a:lnTo>
                <a:lnTo>
                  <a:pt x="360593" y="3563"/>
                </a:lnTo>
                <a:lnTo>
                  <a:pt x="311531" y="0"/>
                </a:lnTo>
                <a:close/>
              </a:path>
              <a:path extrusionOk="0" h="690880" w="622300">
                <a:moveTo>
                  <a:pt x="505461" y="69037"/>
                </a:moveTo>
                <a:lnTo>
                  <a:pt x="311531" y="69037"/>
                </a:lnTo>
                <a:lnTo>
                  <a:pt x="357167" y="73214"/>
                </a:lnTo>
                <a:lnTo>
                  <a:pt x="399169" y="85362"/>
                </a:lnTo>
                <a:lnTo>
                  <a:pt x="437073" y="104903"/>
                </a:lnTo>
                <a:lnTo>
                  <a:pt x="470416" y="131263"/>
                </a:lnTo>
                <a:lnTo>
                  <a:pt x="498736" y="163864"/>
                </a:lnTo>
                <a:lnTo>
                  <a:pt x="521569" y="202131"/>
                </a:lnTo>
                <a:lnTo>
                  <a:pt x="538451" y="245486"/>
                </a:lnTo>
                <a:lnTo>
                  <a:pt x="548920" y="293355"/>
                </a:lnTo>
                <a:lnTo>
                  <a:pt x="552513" y="345160"/>
                </a:lnTo>
                <a:lnTo>
                  <a:pt x="548920" y="396965"/>
                </a:lnTo>
                <a:lnTo>
                  <a:pt x="538451" y="444832"/>
                </a:lnTo>
                <a:lnTo>
                  <a:pt x="521569" y="488186"/>
                </a:lnTo>
                <a:lnTo>
                  <a:pt x="498736" y="526451"/>
                </a:lnTo>
                <a:lnTo>
                  <a:pt x="470416" y="559050"/>
                </a:lnTo>
                <a:lnTo>
                  <a:pt x="437073" y="585407"/>
                </a:lnTo>
                <a:lnTo>
                  <a:pt x="399169" y="604947"/>
                </a:lnTo>
                <a:lnTo>
                  <a:pt x="357167" y="617094"/>
                </a:lnTo>
                <a:lnTo>
                  <a:pt x="311531" y="621271"/>
                </a:lnTo>
                <a:lnTo>
                  <a:pt x="504938" y="621271"/>
                </a:lnTo>
                <a:lnTo>
                  <a:pt x="550372" y="574831"/>
                </a:lnTo>
                <a:lnTo>
                  <a:pt x="575437" y="536612"/>
                </a:lnTo>
                <a:lnTo>
                  <a:pt x="595452" y="494109"/>
                </a:lnTo>
                <a:lnTo>
                  <a:pt x="610119" y="447749"/>
                </a:lnTo>
                <a:lnTo>
                  <a:pt x="619138" y="397957"/>
                </a:lnTo>
                <a:lnTo>
                  <a:pt x="622211" y="345160"/>
                </a:lnTo>
                <a:lnTo>
                  <a:pt x="619157" y="292363"/>
                </a:lnTo>
                <a:lnTo>
                  <a:pt x="610192" y="242570"/>
                </a:lnTo>
                <a:lnTo>
                  <a:pt x="595605" y="196209"/>
                </a:lnTo>
                <a:lnTo>
                  <a:pt x="575689" y="153704"/>
                </a:lnTo>
                <a:lnTo>
                  <a:pt x="550735" y="115484"/>
                </a:lnTo>
                <a:lnTo>
                  <a:pt x="521035" y="81974"/>
                </a:lnTo>
                <a:lnTo>
                  <a:pt x="505461" y="6903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4" name="Google Shape;124;p11"/>
          <p:cNvSpPr/>
          <p:nvPr/>
        </p:nvSpPr>
        <p:spPr>
          <a:xfrm>
            <a:off x="3018359" y="2678736"/>
            <a:ext cx="1730351" cy="904520"/>
          </a:xfrm>
          <a:custGeom>
            <a:rect b="b" l="l" r="r" t="t"/>
            <a:pathLst>
              <a:path extrusionOk="0" h="678814" w="1298575">
                <a:moveTo>
                  <a:pt x="479018" y="0"/>
                </a:moveTo>
                <a:lnTo>
                  <a:pt x="334200" y="320636"/>
                </a:lnTo>
                <a:lnTo>
                  <a:pt x="326174" y="339522"/>
                </a:lnTo>
                <a:lnTo>
                  <a:pt x="284619" y="441312"/>
                </a:lnTo>
                <a:lnTo>
                  <a:pt x="265848" y="386819"/>
                </a:lnTo>
                <a:lnTo>
                  <a:pt x="247734" y="336495"/>
                </a:lnTo>
                <a:lnTo>
                  <a:pt x="118186" y="584"/>
                </a:lnTo>
                <a:lnTo>
                  <a:pt x="0" y="584"/>
                </a:lnTo>
                <a:lnTo>
                  <a:pt x="280657" y="678218"/>
                </a:lnTo>
                <a:lnTo>
                  <a:pt x="425310" y="348919"/>
                </a:lnTo>
                <a:lnTo>
                  <a:pt x="456783" y="272672"/>
                </a:lnTo>
                <a:lnTo>
                  <a:pt x="476097" y="223037"/>
                </a:lnTo>
                <a:lnTo>
                  <a:pt x="495088" y="271881"/>
                </a:lnTo>
                <a:lnTo>
                  <a:pt x="504523" y="295187"/>
                </a:lnTo>
                <a:lnTo>
                  <a:pt x="526834" y="348792"/>
                </a:lnTo>
                <a:lnTo>
                  <a:pt x="669582" y="678103"/>
                </a:lnTo>
                <a:lnTo>
                  <a:pt x="901268" y="114884"/>
                </a:lnTo>
                <a:lnTo>
                  <a:pt x="902106" y="118490"/>
                </a:lnTo>
                <a:lnTo>
                  <a:pt x="902106" y="667892"/>
                </a:lnTo>
                <a:lnTo>
                  <a:pt x="1298384" y="667892"/>
                </a:lnTo>
                <a:lnTo>
                  <a:pt x="1298384" y="566661"/>
                </a:lnTo>
                <a:lnTo>
                  <a:pt x="1016127" y="566661"/>
                </a:lnTo>
                <a:lnTo>
                  <a:pt x="1016127" y="369138"/>
                </a:lnTo>
                <a:lnTo>
                  <a:pt x="1222717" y="369138"/>
                </a:lnTo>
                <a:lnTo>
                  <a:pt x="1222717" y="268871"/>
                </a:lnTo>
                <a:lnTo>
                  <a:pt x="1016127" y="268871"/>
                </a:lnTo>
                <a:lnTo>
                  <a:pt x="1016127" y="101828"/>
                </a:lnTo>
                <a:lnTo>
                  <a:pt x="1280693" y="101828"/>
                </a:lnTo>
                <a:lnTo>
                  <a:pt x="1280693" y="584"/>
                </a:lnTo>
                <a:lnTo>
                  <a:pt x="833081" y="584"/>
                </a:lnTo>
                <a:lnTo>
                  <a:pt x="713701" y="317347"/>
                </a:lnTo>
                <a:lnTo>
                  <a:pt x="703203" y="345917"/>
                </a:lnTo>
                <a:lnTo>
                  <a:pt x="670064" y="440994"/>
                </a:lnTo>
                <a:lnTo>
                  <a:pt x="649604" y="387359"/>
                </a:lnTo>
                <a:lnTo>
                  <a:pt x="639402" y="361780"/>
                </a:lnTo>
                <a:lnTo>
                  <a:pt x="629992" y="339098"/>
                </a:lnTo>
                <a:lnTo>
                  <a:pt x="47901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 name="Google Shape;125;p11"/>
          <p:cNvSpPr/>
          <p:nvPr/>
        </p:nvSpPr>
        <p:spPr>
          <a:xfrm>
            <a:off x="3018359" y="3784449"/>
            <a:ext cx="6150573" cy="400223"/>
          </a:xfrm>
          <a:custGeom>
            <a:rect b="b" l="l" r="r" t="t"/>
            <a:pathLst>
              <a:path extrusionOk="0" h="300355" w="4615815">
                <a:moveTo>
                  <a:pt x="4615294" y="0"/>
                </a:moveTo>
                <a:lnTo>
                  <a:pt x="0" y="0"/>
                </a:lnTo>
                <a:lnTo>
                  <a:pt x="0" y="300151"/>
                </a:lnTo>
                <a:lnTo>
                  <a:pt x="4615294" y="300151"/>
                </a:lnTo>
                <a:lnTo>
                  <a:pt x="4615294"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6" name="Google Shape;126;p11"/>
          <p:cNvSpPr txBox="1"/>
          <p:nvPr/>
        </p:nvSpPr>
        <p:spPr>
          <a:xfrm>
            <a:off x="3187770" y="3846567"/>
            <a:ext cx="5818800" cy="265500"/>
          </a:xfrm>
          <a:prstGeom prst="rect">
            <a:avLst/>
          </a:prstGeom>
          <a:noFill/>
          <a:ln>
            <a:noFill/>
          </a:ln>
        </p:spPr>
        <p:txBody>
          <a:bodyPr anchorCtr="0" anchor="ctr" bIns="121875" lIns="121875" spcFirstLastPara="1" rIns="121875" wrap="square" tIns="121875">
            <a:noAutofit/>
          </a:bodyPr>
          <a:lstStyle/>
          <a:p>
            <a:pPr indent="0" lvl="0" marL="12700" rtl="0" algn="ctr">
              <a:spcBef>
                <a:spcPts val="0"/>
              </a:spcBef>
              <a:spcAft>
                <a:spcPts val="0"/>
              </a:spcAft>
              <a:buNone/>
            </a:pPr>
            <a:r>
              <a:rPr b="1" lang="en-US" sz="1400">
                <a:solidFill>
                  <a:schemeClr val="lt1"/>
                </a:solidFill>
                <a:latin typeface="Montserrat"/>
                <a:ea typeface="Montserrat"/>
                <a:cs typeface="Montserrat"/>
                <a:sym typeface="Montserrat"/>
              </a:rPr>
              <a:t>YOUR FUTURE, TOGETHER</a:t>
            </a:r>
            <a:endParaRPr sz="1600">
              <a:solidFill>
                <a:schemeClr val="dk1"/>
              </a:solidFill>
              <a:latin typeface="Montserrat"/>
              <a:ea typeface="Montserrat"/>
              <a:cs typeface="Montserrat"/>
              <a:sym typeface="Montserrat"/>
            </a:endParaRPr>
          </a:p>
        </p:txBody>
      </p:sp>
      <p:sp>
        <p:nvSpPr>
          <p:cNvPr id="127" name="Google Shape;127;p11"/>
          <p:cNvSpPr txBox="1"/>
          <p:nvPr>
            <p:ph type="title"/>
          </p:nvPr>
        </p:nvSpPr>
        <p:spPr>
          <a:xfrm>
            <a:off x="852411" y="5402900"/>
            <a:ext cx="7046100" cy="400500"/>
          </a:xfrm>
          <a:prstGeom prst="rect">
            <a:avLst/>
          </a:prstGeom>
        </p:spPr>
        <p:txBody>
          <a:bodyPr anchorCtr="0" anchor="t" bIns="24000" lIns="24000" spcFirstLastPara="1" rIns="24000" wrap="square" tIns="24000">
            <a:noAutofit/>
          </a:bodyPr>
          <a:lstStyle>
            <a:lvl1pPr lvl="0">
              <a:spcBef>
                <a:spcPts val="0"/>
              </a:spcBef>
              <a:spcAft>
                <a:spcPts val="0"/>
              </a:spcAft>
              <a:buClr>
                <a:schemeClr val="lt1"/>
              </a:buClr>
              <a:buSzPts val="2000"/>
              <a:buNone/>
              <a:defRPr b="1" sz="2000">
                <a:solidFill>
                  <a:schemeClr val="lt1"/>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28" name="Google Shape;128;p11"/>
          <p:cNvSpPr txBox="1"/>
          <p:nvPr>
            <p:ph idx="1" type="subTitle"/>
          </p:nvPr>
        </p:nvSpPr>
        <p:spPr>
          <a:xfrm>
            <a:off x="839781" y="5883700"/>
            <a:ext cx="7071300" cy="708900"/>
          </a:xfrm>
          <a:prstGeom prst="rect">
            <a:avLst/>
          </a:prstGeom>
        </p:spPr>
        <p:txBody>
          <a:bodyPr anchorCtr="0" anchor="t" bIns="24000" lIns="24000" spcFirstLastPara="1" rIns="24000" wrap="square" tIns="24000">
            <a:no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29" name="Google Shape;129;p11"/>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Black">
  <p:cSld name="OBJECT_1">
    <p:spTree>
      <p:nvGrpSpPr>
        <p:cNvPr id="130" name="Shape 130"/>
        <p:cNvGrpSpPr/>
        <p:nvPr/>
      </p:nvGrpSpPr>
      <p:grpSpPr>
        <a:xfrm>
          <a:off x="0" y="0"/>
          <a:ext cx="0" cy="0"/>
          <a:chOff x="0" y="0"/>
          <a:chExt cx="0" cy="0"/>
        </a:xfrm>
      </p:grpSpPr>
      <p:sp>
        <p:nvSpPr>
          <p:cNvPr id="131" name="Google Shape;131;p12"/>
          <p:cNvSpPr/>
          <p:nvPr/>
        </p:nvSpPr>
        <p:spPr>
          <a:xfrm>
            <a:off x="400" y="0"/>
            <a:ext cx="12193048" cy="6803119"/>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32" name="Google Shape;132;p12"/>
          <p:cNvGrpSpPr/>
          <p:nvPr/>
        </p:nvGrpSpPr>
        <p:grpSpPr>
          <a:xfrm>
            <a:off x="11244228" y="6492934"/>
            <a:ext cx="801538" cy="120224"/>
            <a:chOff x="8435280" y="4869822"/>
            <a:chExt cx="601304" cy="90170"/>
          </a:xfrm>
        </p:grpSpPr>
        <p:sp>
          <p:nvSpPr>
            <p:cNvPr id="133" name="Google Shape;133;p12"/>
            <p:cNvSpPr/>
            <p:nvPr/>
          </p:nvSpPr>
          <p:spPr>
            <a:xfrm>
              <a:off x="8617437"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 name="Google Shape;134;p12"/>
            <p:cNvSpPr/>
            <p:nvPr/>
          </p:nvSpPr>
          <p:spPr>
            <a:xfrm>
              <a:off x="8972450"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5" name="Google Shape;135;p12"/>
            <p:cNvSpPr/>
            <p:nvPr/>
          </p:nvSpPr>
          <p:spPr>
            <a:xfrm>
              <a:off x="8690915" y="4871675"/>
              <a:ext cx="85725" cy="88264"/>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44"/>
                  </a:lnTo>
                  <a:lnTo>
                    <a:pt x="85699" y="86144"/>
                  </a:lnTo>
                  <a:lnTo>
                    <a:pt x="85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6" name="Google Shape;136;p12"/>
            <p:cNvSpPr/>
            <p:nvPr/>
          </p:nvSpPr>
          <p:spPr>
            <a:xfrm>
              <a:off x="8789365" y="4869822"/>
              <a:ext cx="172084" cy="90170"/>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7998"/>
                  </a:lnTo>
                  <a:lnTo>
                    <a:pt x="74980" y="87998"/>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7" name="Google Shape;137;p12"/>
            <p:cNvSpPr/>
            <p:nvPr/>
          </p:nvSpPr>
          <p:spPr>
            <a:xfrm>
              <a:off x="8435280" y="4871111"/>
              <a:ext cx="169545" cy="88264"/>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138" name="Google Shape;138;p12"/>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Contacts">
  <p:cSld name="CUSTOM_5">
    <p:spTree>
      <p:nvGrpSpPr>
        <p:cNvPr id="139" name="Shape 139"/>
        <p:cNvGrpSpPr/>
        <p:nvPr/>
      </p:nvGrpSpPr>
      <p:grpSpPr>
        <a:xfrm>
          <a:off x="0" y="0"/>
          <a:ext cx="0" cy="0"/>
          <a:chOff x="0" y="0"/>
          <a:chExt cx="0" cy="0"/>
        </a:xfrm>
      </p:grpSpPr>
      <p:grpSp>
        <p:nvGrpSpPr>
          <p:cNvPr id="140" name="Google Shape;140;p13"/>
          <p:cNvGrpSpPr/>
          <p:nvPr/>
        </p:nvGrpSpPr>
        <p:grpSpPr>
          <a:xfrm>
            <a:off x="0" y="0"/>
            <a:ext cx="4191120" cy="6850445"/>
            <a:chOff x="0" y="0"/>
            <a:chExt cx="3144126" cy="5144135"/>
          </a:xfrm>
        </p:grpSpPr>
        <p:sp>
          <p:nvSpPr>
            <p:cNvPr id="141" name="Google Shape;141;p13"/>
            <p:cNvSpPr/>
            <p:nvPr/>
          </p:nvSpPr>
          <p:spPr>
            <a:xfrm>
              <a:off x="0" y="0"/>
              <a:ext cx="2052320" cy="5144135"/>
            </a:xfrm>
            <a:custGeom>
              <a:rect b="b" l="l" r="r" t="t"/>
              <a:pathLst>
                <a:path extrusionOk="0" h="5144135" w="2052320">
                  <a:moveTo>
                    <a:pt x="2052002" y="0"/>
                  </a:moveTo>
                  <a:lnTo>
                    <a:pt x="0" y="0"/>
                  </a:lnTo>
                  <a:lnTo>
                    <a:pt x="0" y="5143677"/>
                  </a:lnTo>
                  <a:lnTo>
                    <a:pt x="2052002" y="5143677"/>
                  </a:lnTo>
                  <a:lnTo>
                    <a:pt x="2052002"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2" name="Google Shape;142;p13"/>
            <p:cNvSpPr/>
            <p:nvPr/>
          </p:nvSpPr>
          <p:spPr>
            <a:xfrm>
              <a:off x="833996" y="542163"/>
              <a:ext cx="2310130" cy="2592070"/>
            </a:xfrm>
            <a:custGeom>
              <a:rect b="b" l="l" r="r" t="t"/>
              <a:pathLst>
                <a:path extrusionOk="0" h="2592070" w="2310130">
                  <a:moveTo>
                    <a:pt x="2310003" y="0"/>
                  </a:moveTo>
                  <a:lnTo>
                    <a:pt x="0" y="0"/>
                  </a:lnTo>
                  <a:lnTo>
                    <a:pt x="0" y="2591993"/>
                  </a:lnTo>
                  <a:lnTo>
                    <a:pt x="2310003" y="2591993"/>
                  </a:lnTo>
                  <a:lnTo>
                    <a:pt x="231000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143" name="Google Shape;143;p13"/>
          <p:cNvSpPr txBox="1"/>
          <p:nvPr/>
        </p:nvSpPr>
        <p:spPr>
          <a:xfrm>
            <a:off x="1574655" y="1353617"/>
            <a:ext cx="1664100" cy="586500"/>
          </a:xfrm>
          <a:prstGeom prst="rect">
            <a:avLst/>
          </a:prstGeom>
          <a:noFill/>
          <a:ln>
            <a:noFill/>
          </a:ln>
        </p:spPr>
        <p:txBody>
          <a:bodyPr anchorCtr="0" anchor="t" bIns="0" lIns="0" spcFirstLastPara="1" rIns="0" wrap="square" tIns="16925">
            <a:spAutoFit/>
          </a:bodyPr>
          <a:lstStyle/>
          <a:p>
            <a:pPr indent="0" lvl="0" marL="12700" rtl="0" algn="l">
              <a:spcBef>
                <a:spcPts val="0"/>
              </a:spcBef>
              <a:spcAft>
                <a:spcPts val="0"/>
              </a:spcAft>
              <a:buNone/>
            </a:pPr>
            <a:r>
              <a:rPr lang="en-US" sz="3700">
                <a:solidFill>
                  <a:srgbClr val="000E1D"/>
                </a:solidFill>
                <a:latin typeface="Montserrat Medium"/>
                <a:ea typeface="Montserrat Medium"/>
                <a:cs typeface="Montserrat Medium"/>
                <a:sym typeface="Montserrat Medium"/>
              </a:rPr>
              <a:t>Tech is</a:t>
            </a:r>
            <a:endParaRPr sz="3700">
              <a:solidFill>
                <a:srgbClr val="000E1D"/>
              </a:solidFill>
              <a:latin typeface="Montserrat Medium"/>
              <a:ea typeface="Montserrat Medium"/>
              <a:cs typeface="Montserrat Medium"/>
              <a:sym typeface="Montserrat Medium"/>
            </a:endParaRPr>
          </a:p>
        </p:txBody>
      </p:sp>
      <p:sp>
        <p:nvSpPr>
          <p:cNvPr id="144" name="Google Shape;144;p13"/>
          <p:cNvSpPr txBox="1"/>
          <p:nvPr/>
        </p:nvSpPr>
        <p:spPr>
          <a:xfrm>
            <a:off x="1574655" y="1860990"/>
            <a:ext cx="2214300" cy="5865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3700"/>
              <a:buFont typeface="Arial"/>
              <a:buNone/>
            </a:pPr>
            <a:r>
              <a:rPr b="1" i="0" lang="en-US" sz="3700" u="none" cap="none" strike="noStrike">
                <a:solidFill>
                  <a:schemeClr val="accent1"/>
                </a:solidFill>
                <a:latin typeface="Montserrat"/>
                <a:ea typeface="Montserrat"/>
                <a:cs typeface="Montserrat"/>
                <a:sym typeface="Montserrat"/>
              </a:rPr>
              <a:t>business</a:t>
            </a:r>
            <a:endParaRPr b="0" i="0" sz="3700" u="none" cap="none" strike="noStrike">
              <a:solidFill>
                <a:schemeClr val="accent1"/>
              </a:solidFill>
              <a:latin typeface="Montserrat"/>
              <a:ea typeface="Montserrat"/>
              <a:cs typeface="Montserrat"/>
              <a:sym typeface="Montserrat"/>
            </a:endParaRPr>
          </a:p>
        </p:txBody>
      </p:sp>
      <p:sp>
        <p:nvSpPr>
          <p:cNvPr id="145" name="Google Shape;145;p13"/>
          <p:cNvSpPr txBox="1"/>
          <p:nvPr/>
        </p:nvSpPr>
        <p:spPr>
          <a:xfrm>
            <a:off x="1574655" y="2512185"/>
            <a:ext cx="2172600" cy="5865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3700"/>
              <a:buFont typeface="Arial"/>
              <a:buNone/>
            </a:pPr>
            <a:r>
              <a:rPr b="0" i="0" lang="en-US" sz="3700" u="none" cap="none" strike="noStrike">
                <a:solidFill>
                  <a:srgbClr val="000E1D"/>
                </a:solidFill>
                <a:latin typeface="Montserrat Medium"/>
                <a:ea typeface="Montserrat Medium"/>
                <a:cs typeface="Montserrat Medium"/>
                <a:sym typeface="Montserrat Medium"/>
              </a:rPr>
              <a:t>Business</a:t>
            </a:r>
            <a:endParaRPr b="0" i="0" sz="3700" u="none" cap="none" strike="noStrike">
              <a:solidFill>
                <a:srgbClr val="000000"/>
              </a:solidFill>
              <a:latin typeface="Montserrat Medium"/>
              <a:ea typeface="Montserrat Medium"/>
              <a:cs typeface="Montserrat Medium"/>
              <a:sym typeface="Montserrat Medium"/>
            </a:endParaRPr>
          </a:p>
        </p:txBody>
      </p:sp>
      <p:sp>
        <p:nvSpPr>
          <p:cNvPr id="146" name="Google Shape;146;p13"/>
          <p:cNvSpPr txBox="1"/>
          <p:nvPr/>
        </p:nvSpPr>
        <p:spPr>
          <a:xfrm>
            <a:off x="1574655" y="3019559"/>
            <a:ext cx="1665900" cy="5865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3700"/>
              <a:buFont typeface="Arial"/>
              <a:buNone/>
            </a:pPr>
            <a:r>
              <a:rPr b="1" i="0" lang="en-US" sz="3700" u="none" cap="none" strike="noStrike">
                <a:solidFill>
                  <a:schemeClr val="accent1"/>
                </a:solidFill>
                <a:latin typeface="Montserrat"/>
                <a:ea typeface="Montserrat"/>
                <a:cs typeface="Montserrat"/>
                <a:sym typeface="Montserrat"/>
              </a:rPr>
              <a:t>is tech</a:t>
            </a:r>
            <a:endParaRPr b="0" i="0" sz="3700" u="none" cap="none" strike="noStrike">
              <a:solidFill>
                <a:schemeClr val="accent1"/>
              </a:solidFill>
              <a:latin typeface="Montserrat"/>
              <a:ea typeface="Montserrat"/>
              <a:cs typeface="Montserrat"/>
              <a:sym typeface="Montserrat"/>
            </a:endParaRPr>
          </a:p>
        </p:txBody>
      </p:sp>
      <p:sp>
        <p:nvSpPr>
          <p:cNvPr id="147" name="Google Shape;147;p13"/>
          <p:cNvSpPr/>
          <p:nvPr/>
        </p:nvSpPr>
        <p:spPr>
          <a:xfrm>
            <a:off x="0" y="4154560"/>
            <a:ext cx="12184380" cy="2697485"/>
          </a:xfrm>
          <a:custGeom>
            <a:rect b="b" l="l" r="r" t="t"/>
            <a:pathLst>
              <a:path extrusionOk="0" h="2024379" w="9144000">
                <a:moveTo>
                  <a:pt x="3143986" y="0"/>
                </a:moveTo>
                <a:lnTo>
                  <a:pt x="833996" y="0"/>
                </a:lnTo>
                <a:lnTo>
                  <a:pt x="833996" y="14389"/>
                </a:lnTo>
                <a:lnTo>
                  <a:pt x="3143986" y="14389"/>
                </a:lnTo>
                <a:lnTo>
                  <a:pt x="3143986" y="0"/>
                </a:lnTo>
                <a:close/>
              </a:path>
              <a:path extrusionOk="0" h="2024379" w="9144000">
                <a:moveTo>
                  <a:pt x="9144000" y="2000872"/>
                </a:moveTo>
                <a:lnTo>
                  <a:pt x="0" y="2000872"/>
                </a:lnTo>
                <a:lnTo>
                  <a:pt x="0" y="2023910"/>
                </a:lnTo>
                <a:lnTo>
                  <a:pt x="9144000" y="2023910"/>
                </a:lnTo>
                <a:lnTo>
                  <a:pt x="9144000" y="2000872"/>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8" name="Google Shape;148;p13"/>
          <p:cNvSpPr txBox="1"/>
          <p:nvPr/>
        </p:nvSpPr>
        <p:spPr>
          <a:xfrm>
            <a:off x="5252099" y="1389588"/>
            <a:ext cx="1875900" cy="7560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Paris</a:t>
            </a:r>
            <a:endParaRPr b="0" i="0" sz="1200" u="none" cap="none" strike="noStrike">
              <a:solidFill>
                <a:srgbClr val="000000"/>
              </a:solidFill>
              <a:latin typeface="Montserrat Medium"/>
              <a:ea typeface="Montserrat Medium"/>
              <a:cs typeface="Montserrat Medium"/>
              <a:sym typeface="Montserrat Medium"/>
            </a:endParaRPr>
          </a:p>
          <a:p>
            <a:pPr indent="0" lvl="0" marL="12700" marR="127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48, rue Jacques Dulud  92200 Neuilly-Sur-Seine</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+33 1 41 38 52 00</a:t>
            </a:r>
            <a:endParaRPr b="0" i="0" sz="1200" u="none" cap="none" strike="noStrike">
              <a:solidFill>
                <a:srgbClr val="000000"/>
              </a:solidFill>
              <a:latin typeface="Montserrat Medium"/>
              <a:ea typeface="Montserrat Medium"/>
              <a:cs typeface="Montserrat Medium"/>
              <a:sym typeface="Montserrat Medium"/>
            </a:endParaRPr>
          </a:p>
        </p:txBody>
      </p:sp>
      <p:sp>
        <p:nvSpPr>
          <p:cNvPr id="149" name="Google Shape;149;p13"/>
          <p:cNvSpPr txBox="1"/>
          <p:nvPr/>
        </p:nvSpPr>
        <p:spPr>
          <a:xfrm>
            <a:off x="5252099" y="2359911"/>
            <a:ext cx="1436400" cy="7560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Luxembourg</a:t>
            </a:r>
            <a:endParaRPr b="0" i="0" sz="1200" u="none" cap="none" strike="noStrike">
              <a:solidFill>
                <a:srgbClr val="000000"/>
              </a:solidFill>
              <a:latin typeface="Montserrat Medium"/>
              <a:ea typeface="Montserrat Medium"/>
              <a:cs typeface="Montserrat Medium"/>
              <a:sym typeface="Montserrat Medium"/>
            </a:endParaRPr>
          </a:p>
          <a:p>
            <a:pPr indent="0" lvl="0" marL="12700" marR="127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5, Place de la Gare  1616 Luxembourg</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+352 26 54 47</a:t>
            </a:r>
            <a:endParaRPr b="0" i="0" sz="1200" u="none" cap="none" strike="noStrike">
              <a:solidFill>
                <a:srgbClr val="000000"/>
              </a:solidFill>
              <a:latin typeface="Montserrat Medium"/>
              <a:ea typeface="Montserrat Medium"/>
              <a:cs typeface="Montserrat Medium"/>
              <a:sym typeface="Montserrat Medium"/>
            </a:endParaRPr>
          </a:p>
        </p:txBody>
      </p:sp>
      <p:sp>
        <p:nvSpPr>
          <p:cNvPr id="150" name="Google Shape;150;p13"/>
          <p:cNvSpPr txBox="1"/>
          <p:nvPr/>
        </p:nvSpPr>
        <p:spPr>
          <a:xfrm>
            <a:off x="5252099" y="3330233"/>
            <a:ext cx="1276500" cy="7560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Lille</a:t>
            </a:r>
            <a:endParaRPr b="0" i="0" sz="1200" u="none" cap="none" strike="noStrike">
              <a:solidFill>
                <a:srgbClr val="000000"/>
              </a:solidFill>
              <a:latin typeface="Montserrat Medium"/>
              <a:ea typeface="Montserrat Medium"/>
              <a:cs typeface="Montserrat Medium"/>
              <a:sym typeface="Montserrat Medium"/>
            </a:endParaRPr>
          </a:p>
          <a:p>
            <a:pPr indent="0" lvl="0" marL="12700" marR="508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74, rue des Arts  59800 Lille</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+33 3 66 72 61 32</a:t>
            </a:r>
            <a:endParaRPr b="0" i="0" sz="1200" u="none" cap="none" strike="noStrike">
              <a:solidFill>
                <a:srgbClr val="000000"/>
              </a:solidFill>
              <a:latin typeface="Montserrat Medium"/>
              <a:ea typeface="Montserrat Medium"/>
              <a:cs typeface="Montserrat Medium"/>
              <a:sym typeface="Montserrat Medium"/>
            </a:endParaRPr>
          </a:p>
        </p:txBody>
      </p:sp>
      <p:sp>
        <p:nvSpPr>
          <p:cNvPr id="151" name="Google Shape;151;p13"/>
          <p:cNvSpPr txBox="1"/>
          <p:nvPr/>
        </p:nvSpPr>
        <p:spPr>
          <a:xfrm>
            <a:off x="5252099" y="4483199"/>
            <a:ext cx="2375700" cy="9405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Bordeaux</a:t>
            </a:r>
            <a:endParaRPr b="0" i="0" sz="1200" u="none" cap="none" strike="noStrike">
              <a:solidFill>
                <a:srgbClr val="000000"/>
              </a:solidFill>
              <a:latin typeface="Montserrat Medium"/>
              <a:ea typeface="Montserrat Medium"/>
              <a:cs typeface="Montserrat Medium"/>
              <a:sym typeface="Montserrat Medium"/>
            </a:endParaRPr>
          </a:p>
          <a:p>
            <a:pPr indent="0" lvl="0" marL="12700" marR="6731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Centre Les Grands  Hommes</a:t>
            </a:r>
            <a:endParaRPr b="0" i="0" sz="1200" u="none" cap="none" strike="noStrike">
              <a:solidFill>
                <a:srgbClr val="000000"/>
              </a:solidFill>
              <a:latin typeface="Montserrat Medium"/>
              <a:ea typeface="Montserrat Medium"/>
              <a:cs typeface="Montserrat Medium"/>
              <a:sym typeface="Montserrat Medium"/>
            </a:endParaRPr>
          </a:p>
          <a:p>
            <a:pPr indent="0" lvl="0" marL="12700" marR="127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Place des Grands Hommes  33000 Bordeaux</a:t>
            </a:r>
            <a:endParaRPr b="0" i="0" sz="1200" u="none" cap="none" strike="noStrike">
              <a:solidFill>
                <a:srgbClr val="000000"/>
              </a:solidFill>
              <a:latin typeface="Montserrat Medium"/>
              <a:ea typeface="Montserrat Medium"/>
              <a:cs typeface="Montserrat Medium"/>
              <a:sym typeface="Montserrat Medium"/>
            </a:endParaRPr>
          </a:p>
        </p:txBody>
      </p:sp>
      <p:sp>
        <p:nvSpPr>
          <p:cNvPr id="152" name="Google Shape;152;p13"/>
          <p:cNvSpPr txBox="1"/>
          <p:nvPr/>
        </p:nvSpPr>
        <p:spPr>
          <a:xfrm>
            <a:off x="7948993" y="1389588"/>
            <a:ext cx="1647300" cy="940500"/>
          </a:xfrm>
          <a:prstGeom prst="rect">
            <a:avLst/>
          </a:prstGeom>
          <a:noFill/>
          <a:ln>
            <a:noFill/>
          </a:ln>
        </p:spPr>
        <p:txBody>
          <a:bodyPr anchorCtr="0" anchor="t" bIns="0" lIns="0" spcFirstLastPara="1" rIns="0" wrap="square" tIns="16925">
            <a:spAutoFit/>
          </a:bodyPr>
          <a:lstStyle/>
          <a:p>
            <a:pPr indent="0" lvl="0" marL="12700" marR="69850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Strasbourg  </a:t>
            </a:r>
            <a:r>
              <a:rPr b="0" i="0" lang="en-US" sz="1200" u="none" cap="none" strike="noStrike">
                <a:solidFill>
                  <a:srgbClr val="000E1D"/>
                </a:solidFill>
                <a:latin typeface="Montserrat Medium"/>
                <a:ea typeface="Montserrat Medium"/>
                <a:cs typeface="Montserrat Medium"/>
                <a:sym typeface="Montserrat Medium"/>
              </a:rPr>
              <a:t>Crystal Park</a:t>
            </a:r>
            <a:endParaRPr b="0" i="0" sz="1200" u="none" cap="none" strike="noStrike">
              <a:solidFill>
                <a:srgbClr val="000000"/>
              </a:solidFill>
              <a:latin typeface="Montserrat Medium"/>
              <a:ea typeface="Montserrat Medium"/>
              <a:cs typeface="Montserrat Medium"/>
              <a:sym typeface="Montserrat Medium"/>
            </a:endParaRPr>
          </a:p>
          <a:p>
            <a:pPr indent="0" lvl="0" marL="12700" marR="127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1, avenue de l’Europe  67300 Schiltigheim</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+33 3 88 47 04 38</a:t>
            </a:r>
            <a:endParaRPr b="0" i="0" sz="1200" u="none" cap="none" strike="noStrike">
              <a:solidFill>
                <a:srgbClr val="000000"/>
              </a:solidFill>
              <a:latin typeface="Montserrat Medium"/>
              <a:ea typeface="Montserrat Medium"/>
              <a:cs typeface="Montserrat Medium"/>
              <a:sym typeface="Montserrat Medium"/>
            </a:endParaRPr>
          </a:p>
        </p:txBody>
      </p:sp>
      <p:sp>
        <p:nvSpPr>
          <p:cNvPr id="153" name="Google Shape;153;p13"/>
          <p:cNvSpPr txBox="1"/>
          <p:nvPr/>
        </p:nvSpPr>
        <p:spPr>
          <a:xfrm>
            <a:off x="7948996" y="2542561"/>
            <a:ext cx="1875900" cy="1125300"/>
          </a:xfrm>
          <a:prstGeom prst="rect">
            <a:avLst/>
          </a:prstGeom>
          <a:noFill/>
          <a:ln>
            <a:noFill/>
          </a:ln>
        </p:spPr>
        <p:txBody>
          <a:bodyPr anchorCtr="0" anchor="t" bIns="0" lIns="0" spcFirstLastPara="1" rIns="0" wrap="square" tIns="16925">
            <a:spAutoFit/>
          </a:bodyPr>
          <a:lstStyle/>
          <a:p>
            <a:pPr indent="0" lvl="0" marL="12700" marR="93980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Nantes  </a:t>
            </a:r>
            <a:r>
              <a:rPr b="0" i="0" lang="en-US" sz="1200" u="none" cap="none" strike="noStrike">
                <a:solidFill>
                  <a:srgbClr val="000E1D"/>
                </a:solidFill>
                <a:latin typeface="Montserrat Medium"/>
                <a:ea typeface="Montserrat Medium"/>
                <a:cs typeface="Montserrat Medium"/>
                <a:sym typeface="Montserrat Medium"/>
              </a:rPr>
              <a:t>Halle 6 Est</a:t>
            </a:r>
            <a:endParaRPr b="0" i="0" sz="1200" u="none" cap="none" strike="noStrike">
              <a:solidFill>
                <a:srgbClr val="000000"/>
              </a:solidFill>
              <a:latin typeface="Montserrat Medium"/>
              <a:ea typeface="Montserrat Medium"/>
              <a:cs typeface="Montserrat Medium"/>
              <a:sym typeface="Montserrat Medium"/>
            </a:endParaRPr>
          </a:p>
          <a:p>
            <a:pPr indent="0" lvl="0" marL="12700" marR="1270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40 rue de la Tour d’Au-  vergne</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44200 Nantes</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+33 2 55 07 42 61</a:t>
            </a:r>
            <a:endParaRPr b="0" i="0" sz="1200" u="none" cap="none" strike="noStrike">
              <a:solidFill>
                <a:srgbClr val="000000"/>
              </a:solidFill>
              <a:latin typeface="Montserrat Medium"/>
              <a:ea typeface="Montserrat Medium"/>
              <a:cs typeface="Montserrat Medium"/>
              <a:sym typeface="Montserrat Medium"/>
            </a:endParaRPr>
          </a:p>
        </p:txBody>
      </p:sp>
      <p:sp>
        <p:nvSpPr>
          <p:cNvPr id="154" name="Google Shape;154;p13"/>
          <p:cNvSpPr txBox="1"/>
          <p:nvPr/>
        </p:nvSpPr>
        <p:spPr>
          <a:xfrm>
            <a:off x="7948993" y="3878196"/>
            <a:ext cx="1423500" cy="756000"/>
          </a:xfrm>
          <a:prstGeom prst="rect">
            <a:avLst/>
          </a:prstGeom>
          <a:noFill/>
          <a:ln>
            <a:noFill/>
          </a:ln>
        </p:spPr>
        <p:txBody>
          <a:bodyPr anchorCtr="0" anchor="t" bIns="0" lIns="0" spcFirstLastPara="1" rIns="0" wrap="square" tIns="16925">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E51951"/>
                </a:solidFill>
                <a:latin typeface="Montserrat Medium"/>
                <a:ea typeface="Montserrat Medium"/>
                <a:cs typeface="Montserrat Medium"/>
                <a:sym typeface="Montserrat Medium"/>
              </a:rPr>
              <a:t>Belgium</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Avenue des Arts 6</a:t>
            </a:r>
            <a:endParaRPr b="0" i="0" sz="1200" u="none" cap="none" strike="noStrike">
              <a:solidFill>
                <a:srgbClr val="000E1D"/>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1210 Bruxelles</a:t>
            </a:r>
            <a:endParaRPr b="0" i="0" sz="12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E1D"/>
                </a:solidFill>
                <a:latin typeface="Montserrat Medium"/>
                <a:ea typeface="Montserrat Medium"/>
                <a:cs typeface="Montserrat Medium"/>
                <a:sym typeface="Montserrat Medium"/>
              </a:rPr>
              <a:t>+32(0)2 899 83 70</a:t>
            </a:r>
            <a:endParaRPr b="0" i="0" sz="1200" u="none" cap="none" strike="noStrike">
              <a:solidFill>
                <a:srgbClr val="000E1D"/>
              </a:solidFill>
              <a:latin typeface="Montserrat Medium"/>
              <a:ea typeface="Montserrat Medium"/>
              <a:cs typeface="Montserrat Medium"/>
              <a:sym typeface="Montserrat Medium"/>
            </a:endParaRPr>
          </a:p>
        </p:txBody>
      </p:sp>
      <p:sp>
        <p:nvSpPr>
          <p:cNvPr id="155" name="Google Shape;155;p13"/>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Couverture  1">
  <p:cSld name="CUSTOM_4_1">
    <p:spTree>
      <p:nvGrpSpPr>
        <p:cNvPr id="156" name="Shape 156"/>
        <p:cNvGrpSpPr/>
        <p:nvPr/>
      </p:nvGrpSpPr>
      <p:grpSpPr>
        <a:xfrm>
          <a:off x="0" y="0"/>
          <a:ext cx="0" cy="0"/>
          <a:chOff x="0" y="0"/>
          <a:chExt cx="0" cy="0"/>
        </a:xfrm>
      </p:grpSpPr>
      <p:sp>
        <p:nvSpPr>
          <p:cNvPr id="157" name="Google Shape;157;p14"/>
          <p:cNvSpPr/>
          <p:nvPr/>
        </p:nvSpPr>
        <p:spPr>
          <a:xfrm>
            <a:off x="400" y="0"/>
            <a:ext cx="12193048" cy="6854560"/>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58" name="Google Shape;158;p14"/>
          <p:cNvSpPr/>
          <p:nvPr/>
        </p:nvSpPr>
        <p:spPr>
          <a:xfrm>
            <a:off x="5745827" y="1631795"/>
            <a:ext cx="6440799" cy="3589315"/>
          </a:xfrm>
          <a:custGeom>
            <a:rect b="b" l="l" r="r" t="t"/>
            <a:pathLst>
              <a:path extrusionOk="0" h="2693670" w="4833620">
                <a:moveTo>
                  <a:pt x="1902371" y="0"/>
                </a:moveTo>
                <a:lnTo>
                  <a:pt x="1327238" y="1273403"/>
                </a:lnTo>
                <a:lnTo>
                  <a:pt x="1312117" y="1308640"/>
                </a:lnTo>
                <a:lnTo>
                  <a:pt x="1295367" y="1348402"/>
                </a:lnTo>
                <a:lnTo>
                  <a:pt x="1277245" y="1391980"/>
                </a:lnTo>
                <a:lnTo>
                  <a:pt x="1258011" y="1438663"/>
                </a:lnTo>
                <a:lnTo>
                  <a:pt x="1237921" y="1487743"/>
                </a:lnTo>
                <a:lnTo>
                  <a:pt x="1217235" y="1538509"/>
                </a:lnTo>
                <a:lnTo>
                  <a:pt x="1196211" y="1590252"/>
                </a:lnTo>
                <a:lnTo>
                  <a:pt x="1175105" y="1642262"/>
                </a:lnTo>
                <a:lnTo>
                  <a:pt x="1130350" y="1752663"/>
                </a:lnTo>
                <a:lnTo>
                  <a:pt x="1094905" y="1649018"/>
                </a:lnTo>
                <a:lnTo>
                  <a:pt x="1075302" y="1592125"/>
                </a:lnTo>
                <a:lnTo>
                  <a:pt x="1055813" y="1536238"/>
                </a:lnTo>
                <a:lnTo>
                  <a:pt x="1036683" y="1482039"/>
                </a:lnTo>
                <a:lnTo>
                  <a:pt x="1018155" y="1430207"/>
                </a:lnTo>
                <a:lnTo>
                  <a:pt x="1000474" y="1381424"/>
                </a:lnTo>
                <a:lnTo>
                  <a:pt x="983884" y="1336372"/>
                </a:lnTo>
                <a:lnTo>
                  <a:pt x="968628" y="1295731"/>
                </a:lnTo>
                <a:lnTo>
                  <a:pt x="469392" y="2349"/>
                </a:lnTo>
                <a:lnTo>
                  <a:pt x="0" y="2349"/>
                </a:lnTo>
                <a:lnTo>
                  <a:pt x="1114602" y="2693479"/>
                </a:lnTo>
                <a:lnTo>
                  <a:pt x="1689074" y="1385722"/>
                </a:lnTo>
                <a:lnTo>
                  <a:pt x="1708492" y="1339392"/>
                </a:lnTo>
                <a:lnTo>
                  <a:pt x="1723340" y="1303949"/>
                </a:lnTo>
                <a:lnTo>
                  <a:pt x="1739683" y="1264812"/>
                </a:lnTo>
                <a:lnTo>
                  <a:pt x="1757226" y="1222562"/>
                </a:lnTo>
                <a:lnTo>
                  <a:pt x="1775672" y="1177777"/>
                </a:lnTo>
                <a:lnTo>
                  <a:pt x="1794727" y="1131036"/>
                </a:lnTo>
                <a:lnTo>
                  <a:pt x="1814095" y="1082919"/>
                </a:lnTo>
                <a:lnTo>
                  <a:pt x="1833480" y="1034005"/>
                </a:lnTo>
                <a:lnTo>
                  <a:pt x="1852587" y="984872"/>
                </a:lnTo>
                <a:lnTo>
                  <a:pt x="1890788" y="885786"/>
                </a:lnTo>
                <a:lnTo>
                  <a:pt x="1928964" y="984872"/>
                </a:lnTo>
                <a:lnTo>
                  <a:pt x="1950123" y="1039204"/>
                </a:lnTo>
                <a:lnTo>
                  <a:pt x="1971600" y="1093222"/>
                </a:lnTo>
                <a:lnTo>
                  <a:pt x="1993068" y="1146323"/>
                </a:lnTo>
                <a:lnTo>
                  <a:pt x="2014199" y="1197903"/>
                </a:lnTo>
                <a:lnTo>
                  <a:pt x="2034663" y="1247358"/>
                </a:lnTo>
                <a:lnTo>
                  <a:pt x="2054135" y="1294083"/>
                </a:lnTo>
                <a:lnTo>
                  <a:pt x="2072284" y="1337475"/>
                </a:lnTo>
                <a:lnTo>
                  <a:pt x="2092261" y="1385227"/>
                </a:lnTo>
                <a:lnTo>
                  <a:pt x="2659176" y="2693022"/>
                </a:lnTo>
                <a:lnTo>
                  <a:pt x="3579304" y="456285"/>
                </a:lnTo>
                <a:lnTo>
                  <a:pt x="3582631" y="470585"/>
                </a:lnTo>
                <a:lnTo>
                  <a:pt x="3582631" y="2652496"/>
                </a:lnTo>
                <a:lnTo>
                  <a:pt x="4833506" y="2652496"/>
                </a:lnTo>
              </a:path>
              <a:path extrusionOk="0" h="2693670" w="4833620">
                <a:moveTo>
                  <a:pt x="4833506" y="2250427"/>
                </a:moveTo>
                <a:lnTo>
                  <a:pt x="4035437" y="2250427"/>
                </a:lnTo>
                <a:lnTo>
                  <a:pt x="4035437" y="1466024"/>
                </a:lnTo>
                <a:lnTo>
                  <a:pt x="4833506" y="1466024"/>
                </a:lnTo>
              </a:path>
              <a:path extrusionOk="0" h="2693670" w="4833620">
                <a:moveTo>
                  <a:pt x="4833506" y="1067803"/>
                </a:moveTo>
                <a:lnTo>
                  <a:pt x="4035437" y="1067803"/>
                </a:lnTo>
                <a:lnTo>
                  <a:pt x="4035437" y="404431"/>
                </a:lnTo>
                <a:lnTo>
                  <a:pt x="4833506" y="404431"/>
                </a:lnTo>
              </a:path>
              <a:path extrusionOk="0" h="2693670" w="4833620">
                <a:moveTo>
                  <a:pt x="4833506" y="2349"/>
                </a:moveTo>
                <a:lnTo>
                  <a:pt x="3308515" y="2349"/>
                </a:lnTo>
                <a:lnTo>
                  <a:pt x="2834398" y="1260348"/>
                </a:lnTo>
                <a:lnTo>
                  <a:pt x="2818895" y="1301193"/>
                </a:lnTo>
                <a:lnTo>
                  <a:pt x="2801748" y="1348390"/>
                </a:lnTo>
                <a:lnTo>
                  <a:pt x="2783434" y="1400160"/>
                </a:lnTo>
                <a:lnTo>
                  <a:pt x="2764428" y="1454729"/>
                </a:lnTo>
                <a:lnTo>
                  <a:pt x="2745206" y="1510322"/>
                </a:lnTo>
                <a:lnTo>
                  <a:pt x="2725602" y="1566706"/>
                </a:lnTo>
                <a:lnTo>
                  <a:pt x="2697406" y="1647499"/>
                </a:lnTo>
                <a:lnTo>
                  <a:pt x="2672083" y="1719975"/>
                </a:lnTo>
                <a:lnTo>
                  <a:pt x="2661094" y="1751406"/>
                </a:lnTo>
                <a:lnTo>
                  <a:pt x="2621419" y="1646288"/>
                </a:lnTo>
                <a:lnTo>
                  <a:pt x="2600637" y="1591872"/>
                </a:lnTo>
                <a:lnTo>
                  <a:pt x="2579853" y="1538385"/>
                </a:lnTo>
                <a:lnTo>
                  <a:pt x="2559330" y="1486476"/>
                </a:lnTo>
                <a:lnTo>
                  <a:pt x="2539331" y="1436795"/>
                </a:lnTo>
                <a:lnTo>
                  <a:pt x="2520120" y="1389990"/>
                </a:lnTo>
                <a:lnTo>
                  <a:pt x="2501960" y="1346711"/>
                </a:lnTo>
                <a:lnTo>
                  <a:pt x="2485113" y="1307607"/>
                </a:lnTo>
                <a:lnTo>
                  <a:pt x="2469845" y="1273327"/>
                </a:lnTo>
                <a:lnTo>
                  <a:pt x="1902371" y="0"/>
                </a:lnTo>
              </a:path>
            </a:pathLst>
          </a:custGeom>
          <a:noFill/>
          <a:ln cap="flat" cmpd="sng" w="12700">
            <a:solidFill>
              <a:srgbClr val="4D51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59" name="Google Shape;159;p14"/>
          <p:cNvSpPr/>
          <p:nvPr/>
        </p:nvSpPr>
        <p:spPr>
          <a:xfrm>
            <a:off x="4883898" y="2678451"/>
            <a:ext cx="650678" cy="890135"/>
          </a:xfrm>
          <a:custGeom>
            <a:rect b="b" l="l" r="r" t="t"/>
            <a:pathLst>
              <a:path extrusionOk="0" h="668019" w="488314">
                <a:moveTo>
                  <a:pt x="0" y="0"/>
                </a:moveTo>
                <a:lnTo>
                  <a:pt x="0" y="666496"/>
                </a:lnTo>
                <a:lnTo>
                  <a:pt x="65443" y="666496"/>
                </a:lnTo>
                <a:lnTo>
                  <a:pt x="65339" y="276723"/>
                </a:lnTo>
                <a:lnTo>
                  <a:pt x="64211" y="167639"/>
                </a:lnTo>
                <a:lnTo>
                  <a:pt x="89785" y="201564"/>
                </a:lnTo>
                <a:lnTo>
                  <a:pt x="118617"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0" name="Google Shape;160;p14"/>
          <p:cNvSpPr/>
          <p:nvPr/>
        </p:nvSpPr>
        <p:spPr>
          <a:xfrm>
            <a:off x="8519673" y="2678451"/>
            <a:ext cx="650680" cy="890135"/>
          </a:xfrm>
          <a:custGeom>
            <a:rect b="b" l="l" r="r" t="t"/>
            <a:pathLst>
              <a:path extrusionOk="0" h="668019" w="488315">
                <a:moveTo>
                  <a:pt x="0" y="0"/>
                </a:moveTo>
                <a:lnTo>
                  <a:pt x="0" y="666496"/>
                </a:lnTo>
                <a:lnTo>
                  <a:pt x="65443" y="666496"/>
                </a:lnTo>
                <a:lnTo>
                  <a:pt x="65339" y="276723"/>
                </a:lnTo>
                <a:lnTo>
                  <a:pt x="64211" y="167639"/>
                </a:lnTo>
                <a:lnTo>
                  <a:pt x="89787" y="201564"/>
                </a:lnTo>
                <a:lnTo>
                  <a:pt x="118630"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1" name="Google Shape;161;p14"/>
          <p:cNvSpPr/>
          <p:nvPr/>
        </p:nvSpPr>
        <p:spPr>
          <a:xfrm>
            <a:off x="5636291" y="2684515"/>
            <a:ext cx="668449" cy="901136"/>
          </a:xfrm>
          <a:custGeom>
            <a:rect b="b" l="l" r="r" t="t"/>
            <a:pathLst>
              <a:path extrusionOk="0" h="676275" w="501650">
                <a:moveTo>
                  <a:pt x="501180" y="0"/>
                </a:moveTo>
                <a:lnTo>
                  <a:pt x="426478" y="0"/>
                </a:lnTo>
                <a:lnTo>
                  <a:pt x="278003" y="434987"/>
                </a:lnTo>
                <a:lnTo>
                  <a:pt x="272558" y="449864"/>
                </a:lnTo>
                <a:lnTo>
                  <a:pt x="266311" y="468198"/>
                </a:lnTo>
                <a:lnTo>
                  <a:pt x="252476" y="510628"/>
                </a:lnTo>
                <a:lnTo>
                  <a:pt x="245428" y="488837"/>
                </a:lnTo>
                <a:lnTo>
                  <a:pt x="232403" y="449864"/>
                </a:lnTo>
                <a:lnTo>
                  <a:pt x="226949" y="434987"/>
                </a:lnTo>
                <a:lnTo>
                  <a:pt x="77546" y="0"/>
                </a:lnTo>
                <a:lnTo>
                  <a:pt x="0" y="0"/>
                </a:lnTo>
                <a:lnTo>
                  <a:pt x="0" y="9448"/>
                </a:lnTo>
                <a:lnTo>
                  <a:pt x="246811" y="676122"/>
                </a:lnTo>
                <a:lnTo>
                  <a:pt x="254368" y="676122"/>
                </a:lnTo>
                <a:lnTo>
                  <a:pt x="501180" y="9448"/>
                </a:lnTo>
                <a:lnTo>
                  <a:pt x="5011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2" name="Google Shape;162;p14"/>
          <p:cNvSpPr/>
          <p:nvPr/>
        </p:nvSpPr>
        <p:spPr>
          <a:xfrm>
            <a:off x="6426405"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3" name="Google Shape;163;p14"/>
          <p:cNvSpPr/>
          <p:nvPr/>
        </p:nvSpPr>
        <p:spPr>
          <a:xfrm>
            <a:off x="7324908"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4" name="Google Shape;164;p14"/>
          <p:cNvSpPr/>
          <p:nvPr/>
        </p:nvSpPr>
        <p:spPr>
          <a:xfrm>
            <a:off x="6644655" y="2665613"/>
            <a:ext cx="566065" cy="920598"/>
          </a:xfrm>
          <a:custGeom>
            <a:rect b="b" l="l" r="r" t="t"/>
            <a:pathLst>
              <a:path extrusionOk="0" h="690880" w="424814">
                <a:moveTo>
                  <a:pt x="221132" y="0"/>
                </a:moveTo>
                <a:lnTo>
                  <a:pt x="169132" y="5101"/>
                </a:lnTo>
                <a:lnTo>
                  <a:pt x="123960" y="19686"/>
                </a:lnTo>
                <a:lnTo>
                  <a:pt x="86787" y="42678"/>
                </a:lnTo>
                <a:lnTo>
                  <a:pt x="58784" y="72997"/>
                </a:lnTo>
                <a:lnTo>
                  <a:pt x="41123" y="109566"/>
                </a:lnTo>
                <a:lnTo>
                  <a:pt x="34975" y="151307"/>
                </a:lnTo>
                <a:lnTo>
                  <a:pt x="40189" y="194647"/>
                </a:lnTo>
                <a:lnTo>
                  <a:pt x="54703" y="231918"/>
                </a:lnTo>
                <a:lnTo>
                  <a:pt x="76827" y="264100"/>
                </a:lnTo>
                <a:lnTo>
                  <a:pt x="104869" y="292175"/>
                </a:lnTo>
                <a:lnTo>
                  <a:pt x="137138" y="317125"/>
                </a:lnTo>
                <a:lnTo>
                  <a:pt x="171944" y="339931"/>
                </a:lnTo>
                <a:lnTo>
                  <a:pt x="207595" y="361575"/>
                </a:lnTo>
                <a:lnTo>
                  <a:pt x="242401" y="383037"/>
                </a:lnTo>
                <a:lnTo>
                  <a:pt x="274670" y="405300"/>
                </a:lnTo>
                <a:lnTo>
                  <a:pt x="324835" y="456152"/>
                </a:lnTo>
                <a:lnTo>
                  <a:pt x="344563" y="521982"/>
                </a:lnTo>
                <a:lnTo>
                  <a:pt x="336173" y="565765"/>
                </a:lnTo>
                <a:lnTo>
                  <a:pt x="312162" y="598465"/>
                </a:lnTo>
                <a:lnTo>
                  <a:pt x="274269" y="618930"/>
                </a:lnTo>
                <a:lnTo>
                  <a:pt x="224231" y="626008"/>
                </a:lnTo>
                <a:lnTo>
                  <a:pt x="177749" y="620734"/>
                </a:lnTo>
                <a:lnTo>
                  <a:pt x="133970" y="604380"/>
                </a:lnTo>
                <a:lnTo>
                  <a:pt x="92895" y="576148"/>
                </a:lnTo>
                <a:lnTo>
                  <a:pt x="54521" y="535241"/>
                </a:lnTo>
                <a:lnTo>
                  <a:pt x="0" y="584403"/>
                </a:lnTo>
                <a:lnTo>
                  <a:pt x="38347" y="623738"/>
                </a:lnTo>
                <a:lnTo>
                  <a:pt x="80393" y="653545"/>
                </a:lnTo>
                <a:lnTo>
                  <a:pt x="125893" y="674277"/>
                </a:lnTo>
                <a:lnTo>
                  <a:pt x="174602" y="686385"/>
                </a:lnTo>
                <a:lnTo>
                  <a:pt x="226275" y="690321"/>
                </a:lnTo>
                <a:lnTo>
                  <a:pt x="281691" y="684720"/>
                </a:lnTo>
                <a:lnTo>
                  <a:pt x="329851" y="668532"/>
                </a:lnTo>
                <a:lnTo>
                  <a:pt x="369500" y="642677"/>
                </a:lnTo>
                <a:lnTo>
                  <a:pt x="399377" y="608075"/>
                </a:lnTo>
                <a:lnTo>
                  <a:pt x="418226" y="565649"/>
                </a:lnTo>
                <a:lnTo>
                  <a:pt x="424789" y="516318"/>
                </a:lnTo>
                <a:lnTo>
                  <a:pt x="419558" y="471339"/>
                </a:lnTo>
                <a:lnTo>
                  <a:pt x="404996" y="432653"/>
                </a:lnTo>
                <a:lnTo>
                  <a:pt x="382799" y="399304"/>
                </a:lnTo>
                <a:lnTo>
                  <a:pt x="354664" y="370332"/>
                </a:lnTo>
                <a:lnTo>
                  <a:pt x="322287" y="344779"/>
                </a:lnTo>
                <a:lnTo>
                  <a:pt x="287366" y="321688"/>
                </a:lnTo>
                <a:lnTo>
                  <a:pt x="216675" y="279056"/>
                </a:lnTo>
                <a:lnTo>
                  <a:pt x="184298" y="257599"/>
                </a:lnTo>
                <a:lnTo>
                  <a:pt x="156163" y="234771"/>
                </a:lnTo>
                <a:lnTo>
                  <a:pt x="133966" y="209613"/>
                </a:lnTo>
                <a:lnTo>
                  <a:pt x="119404" y="181167"/>
                </a:lnTo>
                <a:lnTo>
                  <a:pt x="114173" y="148475"/>
                </a:lnTo>
                <a:lnTo>
                  <a:pt x="121596" y="114574"/>
                </a:lnTo>
                <a:lnTo>
                  <a:pt x="142713" y="87949"/>
                </a:lnTo>
                <a:lnTo>
                  <a:pt x="175787" y="70546"/>
                </a:lnTo>
                <a:lnTo>
                  <a:pt x="219087" y="64312"/>
                </a:lnTo>
                <a:lnTo>
                  <a:pt x="256079" y="68153"/>
                </a:lnTo>
                <a:lnTo>
                  <a:pt x="289021" y="80149"/>
                </a:lnTo>
                <a:lnTo>
                  <a:pt x="318880" y="101013"/>
                </a:lnTo>
                <a:lnTo>
                  <a:pt x="346621" y="131457"/>
                </a:lnTo>
                <a:lnTo>
                  <a:pt x="401129" y="85128"/>
                </a:lnTo>
                <a:lnTo>
                  <a:pt x="363457" y="46687"/>
                </a:lnTo>
                <a:lnTo>
                  <a:pt x="321160" y="20218"/>
                </a:lnTo>
                <a:lnTo>
                  <a:pt x="273849" y="4921"/>
                </a:lnTo>
                <a:lnTo>
                  <a:pt x="22113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5" name="Google Shape;165;p14"/>
          <p:cNvSpPr/>
          <p:nvPr/>
        </p:nvSpPr>
        <p:spPr>
          <a:xfrm>
            <a:off x="7576132" y="2665618"/>
            <a:ext cx="829215" cy="920598"/>
          </a:xfrm>
          <a:custGeom>
            <a:rect b="b" l="l" r="r" t="t"/>
            <a:pathLst>
              <a:path extrusionOk="0" h="690880" w="622300">
                <a:moveTo>
                  <a:pt x="311531" y="0"/>
                </a:moveTo>
                <a:lnTo>
                  <a:pt x="262256" y="3564"/>
                </a:lnTo>
                <a:lnTo>
                  <a:pt x="216309" y="13980"/>
                </a:lnTo>
                <a:lnTo>
                  <a:pt x="173978" y="30828"/>
                </a:lnTo>
                <a:lnTo>
                  <a:pt x="135551" y="53691"/>
                </a:lnTo>
                <a:lnTo>
                  <a:pt x="101313" y="82151"/>
                </a:lnTo>
                <a:lnTo>
                  <a:pt x="71555" y="115791"/>
                </a:lnTo>
                <a:lnTo>
                  <a:pt x="46562" y="154192"/>
                </a:lnTo>
                <a:lnTo>
                  <a:pt x="26622" y="196936"/>
                </a:lnTo>
                <a:lnTo>
                  <a:pt x="12023" y="243607"/>
                </a:lnTo>
                <a:lnTo>
                  <a:pt x="3053" y="293785"/>
                </a:lnTo>
                <a:lnTo>
                  <a:pt x="0" y="347052"/>
                </a:lnTo>
                <a:lnTo>
                  <a:pt x="3034" y="399379"/>
                </a:lnTo>
                <a:lnTo>
                  <a:pt x="11951" y="448785"/>
                </a:lnTo>
                <a:lnTo>
                  <a:pt x="26471" y="494837"/>
                </a:lnTo>
                <a:lnTo>
                  <a:pt x="46312" y="537100"/>
                </a:lnTo>
                <a:lnTo>
                  <a:pt x="71196" y="575138"/>
                </a:lnTo>
                <a:lnTo>
                  <a:pt x="100840" y="608517"/>
                </a:lnTo>
                <a:lnTo>
                  <a:pt x="134967" y="636802"/>
                </a:lnTo>
                <a:lnTo>
                  <a:pt x="173294" y="659559"/>
                </a:lnTo>
                <a:lnTo>
                  <a:pt x="215542" y="676352"/>
                </a:lnTo>
                <a:lnTo>
                  <a:pt x="261431" y="686746"/>
                </a:lnTo>
                <a:lnTo>
                  <a:pt x="310680" y="690308"/>
                </a:lnTo>
                <a:lnTo>
                  <a:pt x="359765" y="686745"/>
                </a:lnTo>
                <a:lnTo>
                  <a:pt x="405595" y="676340"/>
                </a:lnTo>
                <a:lnTo>
                  <a:pt x="447869" y="659520"/>
                </a:lnTo>
                <a:lnTo>
                  <a:pt x="486289" y="636711"/>
                </a:lnTo>
                <a:lnTo>
                  <a:pt x="504938" y="621271"/>
                </a:lnTo>
                <a:lnTo>
                  <a:pt x="311531" y="621271"/>
                </a:lnTo>
                <a:lnTo>
                  <a:pt x="265417" y="617094"/>
                </a:lnTo>
                <a:lnTo>
                  <a:pt x="223099" y="604947"/>
                </a:lnTo>
                <a:lnTo>
                  <a:pt x="185011" y="585407"/>
                </a:lnTo>
                <a:lnTo>
                  <a:pt x="151589" y="559050"/>
                </a:lnTo>
                <a:lnTo>
                  <a:pt x="123269" y="526451"/>
                </a:lnTo>
                <a:lnTo>
                  <a:pt x="100484" y="488186"/>
                </a:lnTo>
                <a:lnTo>
                  <a:pt x="83670" y="444832"/>
                </a:lnTo>
                <a:lnTo>
                  <a:pt x="73263" y="396965"/>
                </a:lnTo>
                <a:lnTo>
                  <a:pt x="69697" y="345160"/>
                </a:lnTo>
                <a:lnTo>
                  <a:pt x="73263" y="293355"/>
                </a:lnTo>
                <a:lnTo>
                  <a:pt x="83670" y="245486"/>
                </a:lnTo>
                <a:lnTo>
                  <a:pt x="100484" y="202131"/>
                </a:lnTo>
                <a:lnTo>
                  <a:pt x="123269" y="163864"/>
                </a:lnTo>
                <a:lnTo>
                  <a:pt x="151589" y="131263"/>
                </a:lnTo>
                <a:lnTo>
                  <a:pt x="185011" y="104903"/>
                </a:lnTo>
                <a:lnTo>
                  <a:pt x="223099" y="85362"/>
                </a:lnTo>
                <a:lnTo>
                  <a:pt x="265417" y="73214"/>
                </a:lnTo>
                <a:lnTo>
                  <a:pt x="311531" y="69037"/>
                </a:lnTo>
                <a:lnTo>
                  <a:pt x="505461" y="69037"/>
                </a:lnTo>
                <a:lnTo>
                  <a:pt x="486879" y="53600"/>
                </a:lnTo>
                <a:lnTo>
                  <a:pt x="448559" y="30789"/>
                </a:lnTo>
                <a:lnTo>
                  <a:pt x="406367" y="13968"/>
                </a:lnTo>
                <a:lnTo>
                  <a:pt x="360593" y="3563"/>
                </a:lnTo>
                <a:lnTo>
                  <a:pt x="311531" y="0"/>
                </a:lnTo>
                <a:close/>
              </a:path>
              <a:path extrusionOk="0" h="690880" w="622300">
                <a:moveTo>
                  <a:pt x="505461" y="69037"/>
                </a:moveTo>
                <a:lnTo>
                  <a:pt x="311531" y="69037"/>
                </a:lnTo>
                <a:lnTo>
                  <a:pt x="357167" y="73214"/>
                </a:lnTo>
                <a:lnTo>
                  <a:pt x="399169" y="85362"/>
                </a:lnTo>
                <a:lnTo>
                  <a:pt x="437073" y="104903"/>
                </a:lnTo>
                <a:lnTo>
                  <a:pt x="470416" y="131263"/>
                </a:lnTo>
                <a:lnTo>
                  <a:pt x="498736" y="163864"/>
                </a:lnTo>
                <a:lnTo>
                  <a:pt x="521569" y="202131"/>
                </a:lnTo>
                <a:lnTo>
                  <a:pt x="538451" y="245486"/>
                </a:lnTo>
                <a:lnTo>
                  <a:pt x="548920" y="293355"/>
                </a:lnTo>
                <a:lnTo>
                  <a:pt x="552513" y="345160"/>
                </a:lnTo>
                <a:lnTo>
                  <a:pt x="548920" y="396965"/>
                </a:lnTo>
                <a:lnTo>
                  <a:pt x="538451" y="444832"/>
                </a:lnTo>
                <a:lnTo>
                  <a:pt x="521569" y="488186"/>
                </a:lnTo>
                <a:lnTo>
                  <a:pt x="498736" y="526451"/>
                </a:lnTo>
                <a:lnTo>
                  <a:pt x="470416" y="559050"/>
                </a:lnTo>
                <a:lnTo>
                  <a:pt x="437073" y="585407"/>
                </a:lnTo>
                <a:lnTo>
                  <a:pt x="399169" y="604947"/>
                </a:lnTo>
                <a:lnTo>
                  <a:pt x="357167" y="617094"/>
                </a:lnTo>
                <a:lnTo>
                  <a:pt x="311531" y="621271"/>
                </a:lnTo>
                <a:lnTo>
                  <a:pt x="504938" y="621271"/>
                </a:lnTo>
                <a:lnTo>
                  <a:pt x="550372" y="574831"/>
                </a:lnTo>
                <a:lnTo>
                  <a:pt x="575437" y="536612"/>
                </a:lnTo>
                <a:lnTo>
                  <a:pt x="595452" y="494109"/>
                </a:lnTo>
                <a:lnTo>
                  <a:pt x="610119" y="447749"/>
                </a:lnTo>
                <a:lnTo>
                  <a:pt x="619138" y="397957"/>
                </a:lnTo>
                <a:lnTo>
                  <a:pt x="622211" y="345160"/>
                </a:lnTo>
                <a:lnTo>
                  <a:pt x="619157" y="292363"/>
                </a:lnTo>
                <a:lnTo>
                  <a:pt x="610192" y="242570"/>
                </a:lnTo>
                <a:lnTo>
                  <a:pt x="595605" y="196209"/>
                </a:lnTo>
                <a:lnTo>
                  <a:pt x="575689" y="153704"/>
                </a:lnTo>
                <a:lnTo>
                  <a:pt x="550735" y="115484"/>
                </a:lnTo>
                <a:lnTo>
                  <a:pt x="521035" y="81974"/>
                </a:lnTo>
                <a:lnTo>
                  <a:pt x="505461" y="6903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6" name="Google Shape;166;p14"/>
          <p:cNvSpPr/>
          <p:nvPr/>
        </p:nvSpPr>
        <p:spPr>
          <a:xfrm>
            <a:off x="3018359" y="2678736"/>
            <a:ext cx="1730351" cy="904520"/>
          </a:xfrm>
          <a:custGeom>
            <a:rect b="b" l="l" r="r" t="t"/>
            <a:pathLst>
              <a:path extrusionOk="0" h="678814" w="1298575">
                <a:moveTo>
                  <a:pt x="479018" y="0"/>
                </a:moveTo>
                <a:lnTo>
                  <a:pt x="334200" y="320636"/>
                </a:lnTo>
                <a:lnTo>
                  <a:pt x="326174" y="339522"/>
                </a:lnTo>
                <a:lnTo>
                  <a:pt x="284619" y="441312"/>
                </a:lnTo>
                <a:lnTo>
                  <a:pt x="265848" y="386819"/>
                </a:lnTo>
                <a:lnTo>
                  <a:pt x="247734" y="336495"/>
                </a:lnTo>
                <a:lnTo>
                  <a:pt x="118186" y="584"/>
                </a:lnTo>
                <a:lnTo>
                  <a:pt x="0" y="584"/>
                </a:lnTo>
                <a:lnTo>
                  <a:pt x="280657" y="678218"/>
                </a:lnTo>
                <a:lnTo>
                  <a:pt x="425310" y="348919"/>
                </a:lnTo>
                <a:lnTo>
                  <a:pt x="456783" y="272672"/>
                </a:lnTo>
                <a:lnTo>
                  <a:pt x="476097" y="223037"/>
                </a:lnTo>
                <a:lnTo>
                  <a:pt x="495088" y="271881"/>
                </a:lnTo>
                <a:lnTo>
                  <a:pt x="504523" y="295187"/>
                </a:lnTo>
                <a:lnTo>
                  <a:pt x="526834" y="348792"/>
                </a:lnTo>
                <a:lnTo>
                  <a:pt x="669582" y="678103"/>
                </a:lnTo>
                <a:lnTo>
                  <a:pt x="901268" y="114884"/>
                </a:lnTo>
                <a:lnTo>
                  <a:pt x="902106" y="118490"/>
                </a:lnTo>
                <a:lnTo>
                  <a:pt x="902106" y="667892"/>
                </a:lnTo>
                <a:lnTo>
                  <a:pt x="1298384" y="667892"/>
                </a:lnTo>
                <a:lnTo>
                  <a:pt x="1298384" y="566661"/>
                </a:lnTo>
                <a:lnTo>
                  <a:pt x="1016127" y="566661"/>
                </a:lnTo>
                <a:lnTo>
                  <a:pt x="1016127" y="369138"/>
                </a:lnTo>
                <a:lnTo>
                  <a:pt x="1222717" y="369138"/>
                </a:lnTo>
                <a:lnTo>
                  <a:pt x="1222717" y="268871"/>
                </a:lnTo>
                <a:lnTo>
                  <a:pt x="1016127" y="268871"/>
                </a:lnTo>
                <a:lnTo>
                  <a:pt x="1016127" y="101828"/>
                </a:lnTo>
                <a:lnTo>
                  <a:pt x="1280693" y="101828"/>
                </a:lnTo>
                <a:lnTo>
                  <a:pt x="1280693" y="584"/>
                </a:lnTo>
                <a:lnTo>
                  <a:pt x="833081" y="584"/>
                </a:lnTo>
                <a:lnTo>
                  <a:pt x="713701" y="317347"/>
                </a:lnTo>
                <a:lnTo>
                  <a:pt x="703203" y="345917"/>
                </a:lnTo>
                <a:lnTo>
                  <a:pt x="670064" y="440994"/>
                </a:lnTo>
                <a:lnTo>
                  <a:pt x="649604" y="387359"/>
                </a:lnTo>
                <a:lnTo>
                  <a:pt x="639402" y="361780"/>
                </a:lnTo>
                <a:lnTo>
                  <a:pt x="629992" y="339098"/>
                </a:lnTo>
                <a:lnTo>
                  <a:pt x="47901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7" name="Google Shape;167;p14"/>
          <p:cNvSpPr/>
          <p:nvPr/>
        </p:nvSpPr>
        <p:spPr>
          <a:xfrm>
            <a:off x="3018359" y="3784449"/>
            <a:ext cx="6150573" cy="400223"/>
          </a:xfrm>
          <a:custGeom>
            <a:rect b="b" l="l" r="r" t="t"/>
            <a:pathLst>
              <a:path extrusionOk="0" h="300355" w="4615815">
                <a:moveTo>
                  <a:pt x="4615294" y="0"/>
                </a:moveTo>
                <a:lnTo>
                  <a:pt x="0" y="0"/>
                </a:lnTo>
                <a:lnTo>
                  <a:pt x="0" y="300151"/>
                </a:lnTo>
                <a:lnTo>
                  <a:pt x="4615294" y="300151"/>
                </a:lnTo>
                <a:lnTo>
                  <a:pt x="4615294"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p:cSld name="TITLE_ONLY_5">
    <p:spTree>
      <p:nvGrpSpPr>
        <p:cNvPr id="168" name="Shape 168"/>
        <p:cNvGrpSpPr/>
        <p:nvPr/>
      </p:nvGrpSpPr>
      <p:grpSpPr>
        <a:xfrm>
          <a:off x="0" y="0"/>
          <a:ext cx="0" cy="0"/>
          <a:chOff x="0" y="0"/>
          <a:chExt cx="0" cy="0"/>
        </a:xfrm>
      </p:grpSpPr>
      <p:sp>
        <p:nvSpPr>
          <p:cNvPr id="169" name="Google Shape;169;p15"/>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70" name="Google Shape;170;p15"/>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1" name="Google Shape;171;p15"/>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 Black">
  <p:cSld name="OBJECT_1_1">
    <p:spTree>
      <p:nvGrpSpPr>
        <p:cNvPr id="172" name="Shape 172"/>
        <p:cNvGrpSpPr/>
        <p:nvPr/>
      </p:nvGrpSpPr>
      <p:grpSpPr>
        <a:xfrm>
          <a:off x="0" y="0"/>
          <a:ext cx="0" cy="0"/>
          <a:chOff x="0" y="0"/>
          <a:chExt cx="0" cy="0"/>
        </a:xfrm>
      </p:grpSpPr>
      <p:sp>
        <p:nvSpPr>
          <p:cNvPr id="173" name="Google Shape;173;p16"/>
          <p:cNvSpPr/>
          <p:nvPr/>
        </p:nvSpPr>
        <p:spPr>
          <a:xfrm>
            <a:off x="400" y="0"/>
            <a:ext cx="12193048" cy="6803119"/>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74" name="Google Shape;174;p16"/>
          <p:cNvGrpSpPr/>
          <p:nvPr/>
        </p:nvGrpSpPr>
        <p:grpSpPr>
          <a:xfrm>
            <a:off x="11244228" y="6492934"/>
            <a:ext cx="801538" cy="120224"/>
            <a:chOff x="8435280" y="4869822"/>
            <a:chExt cx="601304" cy="90170"/>
          </a:xfrm>
        </p:grpSpPr>
        <p:sp>
          <p:nvSpPr>
            <p:cNvPr id="175" name="Google Shape;175;p16"/>
            <p:cNvSpPr/>
            <p:nvPr/>
          </p:nvSpPr>
          <p:spPr>
            <a:xfrm>
              <a:off x="8617437"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6" name="Google Shape;176;p16"/>
            <p:cNvSpPr/>
            <p:nvPr/>
          </p:nvSpPr>
          <p:spPr>
            <a:xfrm>
              <a:off x="8972450"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7" name="Google Shape;177;p16"/>
            <p:cNvSpPr/>
            <p:nvPr/>
          </p:nvSpPr>
          <p:spPr>
            <a:xfrm>
              <a:off x="8690915" y="4871675"/>
              <a:ext cx="85725" cy="88264"/>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44"/>
                  </a:lnTo>
                  <a:lnTo>
                    <a:pt x="85699" y="86144"/>
                  </a:lnTo>
                  <a:lnTo>
                    <a:pt x="85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8" name="Google Shape;178;p16"/>
            <p:cNvSpPr/>
            <p:nvPr/>
          </p:nvSpPr>
          <p:spPr>
            <a:xfrm>
              <a:off x="8789365" y="4869822"/>
              <a:ext cx="172084" cy="90170"/>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7998"/>
                  </a:lnTo>
                  <a:lnTo>
                    <a:pt x="74980" y="87998"/>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9" name="Google Shape;179;p16"/>
            <p:cNvSpPr/>
            <p:nvPr/>
          </p:nvSpPr>
          <p:spPr>
            <a:xfrm>
              <a:off x="8435280" y="4871111"/>
              <a:ext cx="169545" cy="88264"/>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180" name="Google Shape;180;p16"/>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1" name="Google Shape;181;p16"/>
          <p:cNvSpPr/>
          <p:nvPr/>
        </p:nvSpPr>
        <p:spPr>
          <a:xfrm>
            <a:off x="942820" y="947329"/>
            <a:ext cx="656601" cy="0"/>
          </a:xfrm>
          <a:custGeom>
            <a:rect b="b" l="l" r="r" t="t"/>
            <a:pathLst>
              <a:path extrusionOk="0" h="120000" w="492759">
                <a:moveTo>
                  <a:pt x="492480" y="0"/>
                </a:moveTo>
                <a:lnTo>
                  <a:pt x="0" y="0"/>
                </a:lnTo>
              </a:path>
            </a:pathLst>
          </a:custGeom>
          <a:noFill/>
          <a:ln cap="flat" cmpd="sng" w="12700">
            <a:solidFill>
              <a:schemeClr val="accent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5"/>
              </a:solidFill>
              <a:latin typeface="Arial"/>
              <a:ea typeface="Arial"/>
              <a:cs typeface="Arial"/>
              <a:sym typeface="Arial"/>
            </a:endParaRPr>
          </a:p>
        </p:txBody>
      </p:sp>
      <p:sp>
        <p:nvSpPr>
          <p:cNvPr id="182" name="Google Shape;182;p16"/>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5"/>
              </a:buClr>
              <a:buSzPts val="1200"/>
              <a:buNone/>
              <a:defRPr sz="1200">
                <a:solidFill>
                  <a:schemeClr val="accent5"/>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Couverture  2">
  <p:cSld name="Section - Couverture ">
    <p:spTree>
      <p:nvGrpSpPr>
        <p:cNvPr id="183" name="Shape 183"/>
        <p:cNvGrpSpPr/>
        <p:nvPr/>
      </p:nvGrpSpPr>
      <p:grpSpPr>
        <a:xfrm>
          <a:off x="0" y="0"/>
          <a:ext cx="0" cy="0"/>
          <a:chOff x="0" y="0"/>
          <a:chExt cx="0" cy="0"/>
        </a:xfrm>
      </p:grpSpPr>
      <p:sp>
        <p:nvSpPr>
          <p:cNvPr id="184" name="Google Shape;184;p17"/>
          <p:cNvSpPr/>
          <p:nvPr/>
        </p:nvSpPr>
        <p:spPr>
          <a:xfrm>
            <a:off x="401" y="1"/>
            <a:ext cx="12193048" cy="6854560"/>
          </a:xfrm>
          <a:custGeom>
            <a:rect b="b" l="l" r="r" t="t"/>
            <a:pathLst>
              <a:path extrusionOk="0" h="5144135" w="8724900">
                <a:moveTo>
                  <a:pt x="0" y="5143677"/>
                </a:moveTo>
                <a:lnTo>
                  <a:pt x="8724595" y="5143677"/>
                </a:lnTo>
                <a:lnTo>
                  <a:pt x="8724595" y="0"/>
                </a:lnTo>
                <a:lnTo>
                  <a:pt x="0" y="0"/>
                </a:lnTo>
                <a:lnTo>
                  <a:pt x="0" y="5143677"/>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85" name="Google Shape;185;p17"/>
          <p:cNvSpPr/>
          <p:nvPr/>
        </p:nvSpPr>
        <p:spPr>
          <a:xfrm>
            <a:off x="5745827" y="1631795"/>
            <a:ext cx="6440799" cy="3589315"/>
          </a:xfrm>
          <a:custGeom>
            <a:rect b="b" l="l" r="r" t="t"/>
            <a:pathLst>
              <a:path extrusionOk="0" h="2693670" w="4833620">
                <a:moveTo>
                  <a:pt x="1902371" y="0"/>
                </a:moveTo>
                <a:lnTo>
                  <a:pt x="1327238" y="1273403"/>
                </a:lnTo>
                <a:lnTo>
                  <a:pt x="1312117" y="1308640"/>
                </a:lnTo>
                <a:lnTo>
                  <a:pt x="1295367" y="1348402"/>
                </a:lnTo>
                <a:lnTo>
                  <a:pt x="1277245" y="1391980"/>
                </a:lnTo>
                <a:lnTo>
                  <a:pt x="1258011" y="1438663"/>
                </a:lnTo>
                <a:lnTo>
                  <a:pt x="1237921" y="1487743"/>
                </a:lnTo>
                <a:lnTo>
                  <a:pt x="1217235" y="1538509"/>
                </a:lnTo>
                <a:lnTo>
                  <a:pt x="1196211" y="1590252"/>
                </a:lnTo>
                <a:lnTo>
                  <a:pt x="1175105" y="1642262"/>
                </a:lnTo>
                <a:lnTo>
                  <a:pt x="1130350" y="1752663"/>
                </a:lnTo>
                <a:lnTo>
                  <a:pt x="1094905" y="1649018"/>
                </a:lnTo>
                <a:lnTo>
                  <a:pt x="1075302" y="1592125"/>
                </a:lnTo>
                <a:lnTo>
                  <a:pt x="1055813" y="1536238"/>
                </a:lnTo>
                <a:lnTo>
                  <a:pt x="1036683" y="1482039"/>
                </a:lnTo>
                <a:lnTo>
                  <a:pt x="1018155" y="1430207"/>
                </a:lnTo>
                <a:lnTo>
                  <a:pt x="1000474" y="1381424"/>
                </a:lnTo>
                <a:lnTo>
                  <a:pt x="983884" y="1336372"/>
                </a:lnTo>
                <a:lnTo>
                  <a:pt x="968628" y="1295731"/>
                </a:lnTo>
                <a:lnTo>
                  <a:pt x="469392" y="2349"/>
                </a:lnTo>
                <a:lnTo>
                  <a:pt x="0" y="2349"/>
                </a:lnTo>
                <a:lnTo>
                  <a:pt x="1114602" y="2693479"/>
                </a:lnTo>
                <a:lnTo>
                  <a:pt x="1689074" y="1385722"/>
                </a:lnTo>
                <a:lnTo>
                  <a:pt x="1708492" y="1339392"/>
                </a:lnTo>
                <a:lnTo>
                  <a:pt x="1723340" y="1303949"/>
                </a:lnTo>
                <a:lnTo>
                  <a:pt x="1739683" y="1264812"/>
                </a:lnTo>
                <a:lnTo>
                  <a:pt x="1757226" y="1222562"/>
                </a:lnTo>
                <a:lnTo>
                  <a:pt x="1775672" y="1177777"/>
                </a:lnTo>
                <a:lnTo>
                  <a:pt x="1794727" y="1131036"/>
                </a:lnTo>
                <a:lnTo>
                  <a:pt x="1814095" y="1082919"/>
                </a:lnTo>
                <a:lnTo>
                  <a:pt x="1833480" y="1034005"/>
                </a:lnTo>
                <a:lnTo>
                  <a:pt x="1852587" y="984872"/>
                </a:lnTo>
                <a:lnTo>
                  <a:pt x="1890788" y="885786"/>
                </a:lnTo>
                <a:lnTo>
                  <a:pt x="1928964" y="984872"/>
                </a:lnTo>
                <a:lnTo>
                  <a:pt x="1950123" y="1039204"/>
                </a:lnTo>
                <a:lnTo>
                  <a:pt x="1971600" y="1093222"/>
                </a:lnTo>
                <a:lnTo>
                  <a:pt x="1993068" y="1146323"/>
                </a:lnTo>
                <a:lnTo>
                  <a:pt x="2014199" y="1197903"/>
                </a:lnTo>
                <a:lnTo>
                  <a:pt x="2034663" y="1247358"/>
                </a:lnTo>
                <a:lnTo>
                  <a:pt x="2054135" y="1294083"/>
                </a:lnTo>
                <a:lnTo>
                  <a:pt x="2072284" y="1337475"/>
                </a:lnTo>
                <a:lnTo>
                  <a:pt x="2092261" y="1385227"/>
                </a:lnTo>
                <a:lnTo>
                  <a:pt x="2659176" y="2693022"/>
                </a:lnTo>
                <a:lnTo>
                  <a:pt x="3579304" y="456285"/>
                </a:lnTo>
                <a:lnTo>
                  <a:pt x="3582631" y="470585"/>
                </a:lnTo>
                <a:lnTo>
                  <a:pt x="3582631" y="2652496"/>
                </a:lnTo>
                <a:lnTo>
                  <a:pt x="4833506" y="2652496"/>
                </a:lnTo>
              </a:path>
              <a:path extrusionOk="0" h="2693670" w="4833620">
                <a:moveTo>
                  <a:pt x="4833506" y="2250427"/>
                </a:moveTo>
                <a:lnTo>
                  <a:pt x="4035437" y="2250427"/>
                </a:lnTo>
                <a:lnTo>
                  <a:pt x="4035437" y="1466024"/>
                </a:lnTo>
                <a:lnTo>
                  <a:pt x="4833506" y="1466024"/>
                </a:lnTo>
              </a:path>
              <a:path extrusionOk="0" h="2693670" w="4833620">
                <a:moveTo>
                  <a:pt x="4833506" y="1067803"/>
                </a:moveTo>
                <a:lnTo>
                  <a:pt x="4035437" y="1067803"/>
                </a:lnTo>
                <a:lnTo>
                  <a:pt x="4035437" y="404431"/>
                </a:lnTo>
                <a:lnTo>
                  <a:pt x="4833506" y="404431"/>
                </a:lnTo>
              </a:path>
              <a:path extrusionOk="0" h="2693670" w="4833620">
                <a:moveTo>
                  <a:pt x="4833506" y="2349"/>
                </a:moveTo>
                <a:lnTo>
                  <a:pt x="3308515" y="2349"/>
                </a:lnTo>
                <a:lnTo>
                  <a:pt x="2834398" y="1260348"/>
                </a:lnTo>
                <a:lnTo>
                  <a:pt x="2818895" y="1301193"/>
                </a:lnTo>
                <a:lnTo>
                  <a:pt x="2801748" y="1348390"/>
                </a:lnTo>
                <a:lnTo>
                  <a:pt x="2783434" y="1400160"/>
                </a:lnTo>
                <a:lnTo>
                  <a:pt x="2764428" y="1454729"/>
                </a:lnTo>
                <a:lnTo>
                  <a:pt x="2745206" y="1510322"/>
                </a:lnTo>
                <a:lnTo>
                  <a:pt x="2725602" y="1566706"/>
                </a:lnTo>
                <a:lnTo>
                  <a:pt x="2697406" y="1647499"/>
                </a:lnTo>
                <a:lnTo>
                  <a:pt x="2672083" y="1719975"/>
                </a:lnTo>
                <a:lnTo>
                  <a:pt x="2661094" y="1751406"/>
                </a:lnTo>
                <a:lnTo>
                  <a:pt x="2621419" y="1646288"/>
                </a:lnTo>
                <a:lnTo>
                  <a:pt x="2600637" y="1591872"/>
                </a:lnTo>
                <a:lnTo>
                  <a:pt x="2579853" y="1538385"/>
                </a:lnTo>
                <a:lnTo>
                  <a:pt x="2559330" y="1486476"/>
                </a:lnTo>
                <a:lnTo>
                  <a:pt x="2539331" y="1436795"/>
                </a:lnTo>
                <a:lnTo>
                  <a:pt x="2520120" y="1389990"/>
                </a:lnTo>
                <a:lnTo>
                  <a:pt x="2501960" y="1346711"/>
                </a:lnTo>
                <a:lnTo>
                  <a:pt x="2485113" y="1307607"/>
                </a:lnTo>
                <a:lnTo>
                  <a:pt x="2469845" y="1273327"/>
                </a:lnTo>
                <a:lnTo>
                  <a:pt x="1902371" y="0"/>
                </a:lnTo>
              </a:path>
            </a:pathLst>
          </a:custGeom>
          <a:noFill/>
          <a:ln cap="flat" cmpd="sng" w="9525">
            <a:solidFill>
              <a:srgbClr val="4D51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86" name="Google Shape;186;p17"/>
          <p:cNvSpPr/>
          <p:nvPr/>
        </p:nvSpPr>
        <p:spPr>
          <a:xfrm>
            <a:off x="4883898" y="2678451"/>
            <a:ext cx="650678" cy="890135"/>
          </a:xfrm>
          <a:custGeom>
            <a:rect b="b" l="l" r="r" t="t"/>
            <a:pathLst>
              <a:path extrusionOk="0" h="668019" w="488314">
                <a:moveTo>
                  <a:pt x="0" y="0"/>
                </a:moveTo>
                <a:lnTo>
                  <a:pt x="0" y="666496"/>
                </a:lnTo>
                <a:lnTo>
                  <a:pt x="65443" y="666496"/>
                </a:lnTo>
                <a:lnTo>
                  <a:pt x="65339" y="276723"/>
                </a:lnTo>
                <a:lnTo>
                  <a:pt x="64211" y="167639"/>
                </a:lnTo>
                <a:lnTo>
                  <a:pt x="89785" y="201564"/>
                </a:lnTo>
                <a:lnTo>
                  <a:pt x="118617"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87" name="Google Shape;187;p17"/>
          <p:cNvSpPr/>
          <p:nvPr/>
        </p:nvSpPr>
        <p:spPr>
          <a:xfrm>
            <a:off x="8519673" y="2678451"/>
            <a:ext cx="650680" cy="890135"/>
          </a:xfrm>
          <a:custGeom>
            <a:rect b="b" l="l" r="r" t="t"/>
            <a:pathLst>
              <a:path extrusionOk="0" h="668019" w="488315">
                <a:moveTo>
                  <a:pt x="0" y="0"/>
                </a:moveTo>
                <a:lnTo>
                  <a:pt x="0" y="666496"/>
                </a:lnTo>
                <a:lnTo>
                  <a:pt x="65443" y="666496"/>
                </a:lnTo>
                <a:lnTo>
                  <a:pt x="65339" y="276723"/>
                </a:lnTo>
                <a:lnTo>
                  <a:pt x="64211" y="167639"/>
                </a:lnTo>
                <a:lnTo>
                  <a:pt x="89787" y="201564"/>
                </a:lnTo>
                <a:lnTo>
                  <a:pt x="118630" y="238594"/>
                </a:lnTo>
                <a:lnTo>
                  <a:pt x="488226" y="667651"/>
                </a:lnTo>
                <a:lnTo>
                  <a:pt x="488226" y="4546"/>
                </a:lnTo>
                <a:lnTo>
                  <a:pt x="422782" y="4546"/>
                </a:lnTo>
                <a:lnTo>
                  <a:pt x="422877" y="443990"/>
                </a:lnTo>
                <a:lnTo>
                  <a:pt x="423900" y="512254"/>
                </a:lnTo>
                <a:lnTo>
                  <a:pt x="382739" y="458469"/>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88" name="Google Shape;188;p17"/>
          <p:cNvSpPr/>
          <p:nvPr/>
        </p:nvSpPr>
        <p:spPr>
          <a:xfrm>
            <a:off x="5636291" y="2684515"/>
            <a:ext cx="668449" cy="901136"/>
          </a:xfrm>
          <a:custGeom>
            <a:rect b="b" l="l" r="r" t="t"/>
            <a:pathLst>
              <a:path extrusionOk="0" h="676275" w="501650">
                <a:moveTo>
                  <a:pt x="501180" y="0"/>
                </a:moveTo>
                <a:lnTo>
                  <a:pt x="426478" y="0"/>
                </a:lnTo>
                <a:lnTo>
                  <a:pt x="278003" y="434987"/>
                </a:lnTo>
                <a:lnTo>
                  <a:pt x="272558" y="449864"/>
                </a:lnTo>
                <a:lnTo>
                  <a:pt x="266311" y="468198"/>
                </a:lnTo>
                <a:lnTo>
                  <a:pt x="252476" y="510628"/>
                </a:lnTo>
                <a:lnTo>
                  <a:pt x="245428" y="488837"/>
                </a:lnTo>
                <a:lnTo>
                  <a:pt x="232403" y="449864"/>
                </a:lnTo>
                <a:lnTo>
                  <a:pt x="226949" y="434987"/>
                </a:lnTo>
                <a:lnTo>
                  <a:pt x="77546" y="0"/>
                </a:lnTo>
                <a:lnTo>
                  <a:pt x="0" y="0"/>
                </a:lnTo>
                <a:lnTo>
                  <a:pt x="0" y="9448"/>
                </a:lnTo>
                <a:lnTo>
                  <a:pt x="246811" y="676122"/>
                </a:lnTo>
                <a:lnTo>
                  <a:pt x="254368" y="676122"/>
                </a:lnTo>
                <a:lnTo>
                  <a:pt x="501180" y="9448"/>
                </a:lnTo>
                <a:lnTo>
                  <a:pt x="5011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89" name="Google Shape;189;p17"/>
          <p:cNvSpPr/>
          <p:nvPr/>
        </p:nvSpPr>
        <p:spPr>
          <a:xfrm>
            <a:off x="6426405"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90" name="Google Shape;190;p17"/>
          <p:cNvSpPr/>
          <p:nvPr/>
        </p:nvSpPr>
        <p:spPr>
          <a:xfrm>
            <a:off x="7324909" y="2684514"/>
            <a:ext cx="87997" cy="882521"/>
          </a:xfrm>
          <a:custGeom>
            <a:rect b="b" l="l" r="r" t="t"/>
            <a:pathLst>
              <a:path extrusionOk="0" h="662305" w="66039">
                <a:moveTo>
                  <a:pt x="65747" y="0"/>
                </a:moveTo>
                <a:lnTo>
                  <a:pt x="0" y="0"/>
                </a:lnTo>
                <a:lnTo>
                  <a:pt x="0" y="661936"/>
                </a:lnTo>
                <a:lnTo>
                  <a:pt x="65747" y="661936"/>
                </a:lnTo>
                <a:lnTo>
                  <a:pt x="6574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91" name="Google Shape;191;p17"/>
          <p:cNvSpPr/>
          <p:nvPr/>
        </p:nvSpPr>
        <p:spPr>
          <a:xfrm>
            <a:off x="6644655" y="2665614"/>
            <a:ext cx="566065" cy="920598"/>
          </a:xfrm>
          <a:custGeom>
            <a:rect b="b" l="l" r="r" t="t"/>
            <a:pathLst>
              <a:path extrusionOk="0" h="690880" w="424814">
                <a:moveTo>
                  <a:pt x="221132" y="0"/>
                </a:moveTo>
                <a:lnTo>
                  <a:pt x="169132" y="5101"/>
                </a:lnTo>
                <a:lnTo>
                  <a:pt x="123960" y="19686"/>
                </a:lnTo>
                <a:lnTo>
                  <a:pt x="86787" y="42678"/>
                </a:lnTo>
                <a:lnTo>
                  <a:pt x="58784" y="72997"/>
                </a:lnTo>
                <a:lnTo>
                  <a:pt x="41123" y="109566"/>
                </a:lnTo>
                <a:lnTo>
                  <a:pt x="34975" y="151307"/>
                </a:lnTo>
                <a:lnTo>
                  <a:pt x="40189" y="194647"/>
                </a:lnTo>
                <a:lnTo>
                  <a:pt x="54703" y="231918"/>
                </a:lnTo>
                <a:lnTo>
                  <a:pt x="76827" y="264100"/>
                </a:lnTo>
                <a:lnTo>
                  <a:pt x="104869" y="292175"/>
                </a:lnTo>
                <a:lnTo>
                  <a:pt x="137138" y="317125"/>
                </a:lnTo>
                <a:lnTo>
                  <a:pt x="171944" y="339931"/>
                </a:lnTo>
                <a:lnTo>
                  <a:pt x="207595" y="361575"/>
                </a:lnTo>
                <a:lnTo>
                  <a:pt x="242401" y="383037"/>
                </a:lnTo>
                <a:lnTo>
                  <a:pt x="274670" y="405300"/>
                </a:lnTo>
                <a:lnTo>
                  <a:pt x="324835" y="456152"/>
                </a:lnTo>
                <a:lnTo>
                  <a:pt x="344563" y="521982"/>
                </a:lnTo>
                <a:lnTo>
                  <a:pt x="336173" y="565765"/>
                </a:lnTo>
                <a:lnTo>
                  <a:pt x="312162" y="598465"/>
                </a:lnTo>
                <a:lnTo>
                  <a:pt x="274269" y="618930"/>
                </a:lnTo>
                <a:lnTo>
                  <a:pt x="224231" y="626008"/>
                </a:lnTo>
                <a:lnTo>
                  <a:pt x="177749" y="620734"/>
                </a:lnTo>
                <a:lnTo>
                  <a:pt x="133970" y="604380"/>
                </a:lnTo>
                <a:lnTo>
                  <a:pt x="92895" y="576148"/>
                </a:lnTo>
                <a:lnTo>
                  <a:pt x="54521" y="535241"/>
                </a:lnTo>
                <a:lnTo>
                  <a:pt x="0" y="584403"/>
                </a:lnTo>
                <a:lnTo>
                  <a:pt x="38347" y="623738"/>
                </a:lnTo>
                <a:lnTo>
                  <a:pt x="80393" y="653545"/>
                </a:lnTo>
                <a:lnTo>
                  <a:pt x="125893" y="674277"/>
                </a:lnTo>
                <a:lnTo>
                  <a:pt x="174602" y="686385"/>
                </a:lnTo>
                <a:lnTo>
                  <a:pt x="226275" y="690321"/>
                </a:lnTo>
                <a:lnTo>
                  <a:pt x="281691" y="684720"/>
                </a:lnTo>
                <a:lnTo>
                  <a:pt x="329851" y="668532"/>
                </a:lnTo>
                <a:lnTo>
                  <a:pt x="369500" y="642677"/>
                </a:lnTo>
                <a:lnTo>
                  <a:pt x="399377" y="608075"/>
                </a:lnTo>
                <a:lnTo>
                  <a:pt x="418226" y="565649"/>
                </a:lnTo>
                <a:lnTo>
                  <a:pt x="424789" y="516318"/>
                </a:lnTo>
                <a:lnTo>
                  <a:pt x="419558" y="471339"/>
                </a:lnTo>
                <a:lnTo>
                  <a:pt x="404996" y="432653"/>
                </a:lnTo>
                <a:lnTo>
                  <a:pt x="382799" y="399304"/>
                </a:lnTo>
                <a:lnTo>
                  <a:pt x="354664" y="370332"/>
                </a:lnTo>
                <a:lnTo>
                  <a:pt x="322287" y="344779"/>
                </a:lnTo>
                <a:lnTo>
                  <a:pt x="287366" y="321688"/>
                </a:lnTo>
                <a:lnTo>
                  <a:pt x="216675" y="279056"/>
                </a:lnTo>
                <a:lnTo>
                  <a:pt x="184298" y="257599"/>
                </a:lnTo>
                <a:lnTo>
                  <a:pt x="156163" y="234771"/>
                </a:lnTo>
                <a:lnTo>
                  <a:pt x="133966" y="209613"/>
                </a:lnTo>
                <a:lnTo>
                  <a:pt x="119404" y="181167"/>
                </a:lnTo>
                <a:lnTo>
                  <a:pt x="114173" y="148475"/>
                </a:lnTo>
                <a:lnTo>
                  <a:pt x="121596" y="114574"/>
                </a:lnTo>
                <a:lnTo>
                  <a:pt x="142713" y="87949"/>
                </a:lnTo>
                <a:lnTo>
                  <a:pt x="175787" y="70546"/>
                </a:lnTo>
                <a:lnTo>
                  <a:pt x="219087" y="64312"/>
                </a:lnTo>
                <a:lnTo>
                  <a:pt x="256079" y="68153"/>
                </a:lnTo>
                <a:lnTo>
                  <a:pt x="289021" y="80149"/>
                </a:lnTo>
                <a:lnTo>
                  <a:pt x="318880" y="101013"/>
                </a:lnTo>
                <a:lnTo>
                  <a:pt x="346621" y="131457"/>
                </a:lnTo>
                <a:lnTo>
                  <a:pt x="401129" y="85128"/>
                </a:lnTo>
                <a:lnTo>
                  <a:pt x="363457" y="46687"/>
                </a:lnTo>
                <a:lnTo>
                  <a:pt x="321160" y="20218"/>
                </a:lnTo>
                <a:lnTo>
                  <a:pt x="273849" y="4921"/>
                </a:lnTo>
                <a:lnTo>
                  <a:pt x="22113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92" name="Google Shape;192;p17"/>
          <p:cNvSpPr/>
          <p:nvPr/>
        </p:nvSpPr>
        <p:spPr>
          <a:xfrm>
            <a:off x="7576132" y="2665619"/>
            <a:ext cx="829215" cy="920598"/>
          </a:xfrm>
          <a:custGeom>
            <a:rect b="b" l="l" r="r" t="t"/>
            <a:pathLst>
              <a:path extrusionOk="0" h="690880" w="622300">
                <a:moveTo>
                  <a:pt x="311531" y="0"/>
                </a:moveTo>
                <a:lnTo>
                  <a:pt x="262256" y="3564"/>
                </a:lnTo>
                <a:lnTo>
                  <a:pt x="216309" y="13980"/>
                </a:lnTo>
                <a:lnTo>
                  <a:pt x="173978" y="30828"/>
                </a:lnTo>
                <a:lnTo>
                  <a:pt x="135551" y="53691"/>
                </a:lnTo>
                <a:lnTo>
                  <a:pt x="101313" y="82151"/>
                </a:lnTo>
                <a:lnTo>
                  <a:pt x="71555" y="115791"/>
                </a:lnTo>
                <a:lnTo>
                  <a:pt x="46562" y="154192"/>
                </a:lnTo>
                <a:lnTo>
                  <a:pt x="26622" y="196936"/>
                </a:lnTo>
                <a:lnTo>
                  <a:pt x="12023" y="243607"/>
                </a:lnTo>
                <a:lnTo>
                  <a:pt x="3053" y="293785"/>
                </a:lnTo>
                <a:lnTo>
                  <a:pt x="0" y="347052"/>
                </a:lnTo>
                <a:lnTo>
                  <a:pt x="3034" y="399379"/>
                </a:lnTo>
                <a:lnTo>
                  <a:pt x="11951" y="448785"/>
                </a:lnTo>
                <a:lnTo>
                  <a:pt x="26471" y="494837"/>
                </a:lnTo>
                <a:lnTo>
                  <a:pt x="46312" y="537100"/>
                </a:lnTo>
                <a:lnTo>
                  <a:pt x="71196" y="575138"/>
                </a:lnTo>
                <a:lnTo>
                  <a:pt x="100840" y="608517"/>
                </a:lnTo>
                <a:lnTo>
                  <a:pt x="134967" y="636802"/>
                </a:lnTo>
                <a:lnTo>
                  <a:pt x="173294" y="659559"/>
                </a:lnTo>
                <a:lnTo>
                  <a:pt x="215542" y="676352"/>
                </a:lnTo>
                <a:lnTo>
                  <a:pt x="261431" y="686746"/>
                </a:lnTo>
                <a:lnTo>
                  <a:pt x="310680" y="690308"/>
                </a:lnTo>
                <a:lnTo>
                  <a:pt x="359765" y="686745"/>
                </a:lnTo>
                <a:lnTo>
                  <a:pt x="405595" y="676340"/>
                </a:lnTo>
                <a:lnTo>
                  <a:pt x="447869" y="659520"/>
                </a:lnTo>
                <a:lnTo>
                  <a:pt x="486289" y="636711"/>
                </a:lnTo>
                <a:lnTo>
                  <a:pt x="504938" y="621271"/>
                </a:lnTo>
                <a:lnTo>
                  <a:pt x="311531" y="621271"/>
                </a:lnTo>
                <a:lnTo>
                  <a:pt x="265417" y="617094"/>
                </a:lnTo>
                <a:lnTo>
                  <a:pt x="223099" y="604947"/>
                </a:lnTo>
                <a:lnTo>
                  <a:pt x="185011" y="585407"/>
                </a:lnTo>
                <a:lnTo>
                  <a:pt x="151589" y="559050"/>
                </a:lnTo>
                <a:lnTo>
                  <a:pt x="123269" y="526451"/>
                </a:lnTo>
                <a:lnTo>
                  <a:pt x="100484" y="488186"/>
                </a:lnTo>
                <a:lnTo>
                  <a:pt x="83670" y="444832"/>
                </a:lnTo>
                <a:lnTo>
                  <a:pt x="73263" y="396965"/>
                </a:lnTo>
                <a:lnTo>
                  <a:pt x="69697" y="345160"/>
                </a:lnTo>
                <a:lnTo>
                  <a:pt x="73263" y="293355"/>
                </a:lnTo>
                <a:lnTo>
                  <a:pt x="83670" y="245486"/>
                </a:lnTo>
                <a:lnTo>
                  <a:pt x="100484" y="202131"/>
                </a:lnTo>
                <a:lnTo>
                  <a:pt x="123269" y="163864"/>
                </a:lnTo>
                <a:lnTo>
                  <a:pt x="151589" y="131263"/>
                </a:lnTo>
                <a:lnTo>
                  <a:pt x="185011" y="104903"/>
                </a:lnTo>
                <a:lnTo>
                  <a:pt x="223099" y="85362"/>
                </a:lnTo>
                <a:lnTo>
                  <a:pt x="265417" y="73214"/>
                </a:lnTo>
                <a:lnTo>
                  <a:pt x="311531" y="69037"/>
                </a:lnTo>
                <a:lnTo>
                  <a:pt x="505461" y="69037"/>
                </a:lnTo>
                <a:lnTo>
                  <a:pt x="486879" y="53600"/>
                </a:lnTo>
                <a:lnTo>
                  <a:pt x="448559" y="30789"/>
                </a:lnTo>
                <a:lnTo>
                  <a:pt x="406367" y="13968"/>
                </a:lnTo>
                <a:lnTo>
                  <a:pt x="360593" y="3563"/>
                </a:lnTo>
                <a:lnTo>
                  <a:pt x="311531" y="0"/>
                </a:lnTo>
                <a:close/>
              </a:path>
              <a:path extrusionOk="0" h="690880" w="622300">
                <a:moveTo>
                  <a:pt x="505461" y="69037"/>
                </a:moveTo>
                <a:lnTo>
                  <a:pt x="311531" y="69037"/>
                </a:lnTo>
                <a:lnTo>
                  <a:pt x="357167" y="73214"/>
                </a:lnTo>
                <a:lnTo>
                  <a:pt x="399169" y="85362"/>
                </a:lnTo>
                <a:lnTo>
                  <a:pt x="437073" y="104903"/>
                </a:lnTo>
                <a:lnTo>
                  <a:pt x="470416" y="131263"/>
                </a:lnTo>
                <a:lnTo>
                  <a:pt x="498736" y="163864"/>
                </a:lnTo>
                <a:lnTo>
                  <a:pt x="521569" y="202131"/>
                </a:lnTo>
                <a:lnTo>
                  <a:pt x="538451" y="245486"/>
                </a:lnTo>
                <a:lnTo>
                  <a:pt x="548920" y="293355"/>
                </a:lnTo>
                <a:lnTo>
                  <a:pt x="552513" y="345160"/>
                </a:lnTo>
                <a:lnTo>
                  <a:pt x="548920" y="396965"/>
                </a:lnTo>
                <a:lnTo>
                  <a:pt x="538451" y="444832"/>
                </a:lnTo>
                <a:lnTo>
                  <a:pt x="521569" y="488186"/>
                </a:lnTo>
                <a:lnTo>
                  <a:pt x="498736" y="526451"/>
                </a:lnTo>
                <a:lnTo>
                  <a:pt x="470416" y="559050"/>
                </a:lnTo>
                <a:lnTo>
                  <a:pt x="437073" y="585407"/>
                </a:lnTo>
                <a:lnTo>
                  <a:pt x="399169" y="604947"/>
                </a:lnTo>
                <a:lnTo>
                  <a:pt x="357167" y="617094"/>
                </a:lnTo>
                <a:lnTo>
                  <a:pt x="311531" y="621271"/>
                </a:lnTo>
                <a:lnTo>
                  <a:pt x="504938" y="621271"/>
                </a:lnTo>
                <a:lnTo>
                  <a:pt x="550372" y="574831"/>
                </a:lnTo>
                <a:lnTo>
                  <a:pt x="575437" y="536612"/>
                </a:lnTo>
                <a:lnTo>
                  <a:pt x="595452" y="494109"/>
                </a:lnTo>
                <a:lnTo>
                  <a:pt x="610119" y="447749"/>
                </a:lnTo>
                <a:lnTo>
                  <a:pt x="619138" y="397957"/>
                </a:lnTo>
                <a:lnTo>
                  <a:pt x="622211" y="345160"/>
                </a:lnTo>
                <a:lnTo>
                  <a:pt x="619157" y="292363"/>
                </a:lnTo>
                <a:lnTo>
                  <a:pt x="610192" y="242570"/>
                </a:lnTo>
                <a:lnTo>
                  <a:pt x="595605" y="196209"/>
                </a:lnTo>
                <a:lnTo>
                  <a:pt x="575689" y="153704"/>
                </a:lnTo>
                <a:lnTo>
                  <a:pt x="550735" y="115484"/>
                </a:lnTo>
                <a:lnTo>
                  <a:pt x="521035" y="81974"/>
                </a:lnTo>
                <a:lnTo>
                  <a:pt x="505461" y="6903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93" name="Google Shape;193;p17"/>
          <p:cNvSpPr/>
          <p:nvPr/>
        </p:nvSpPr>
        <p:spPr>
          <a:xfrm>
            <a:off x="3018360" y="2678736"/>
            <a:ext cx="1730351" cy="904520"/>
          </a:xfrm>
          <a:custGeom>
            <a:rect b="b" l="l" r="r" t="t"/>
            <a:pathLst>
              <a:path extrusionOk="0" h="678814" w="1298575">
                <a:moveTo>
                  <a:pt x="479018" y="0"/>
                </a:moveTo>
                <a:lnTo>
                  <a:pt x="334200" y="320636"/>
                </a:lnTo>
                <a:lnTo>
                  <a:pt x="326174" y="339522"/>
                </a:lnTo>
                <a:lnTo>
                  <a:pt x="284619" y="441312"/>
                </a:lnTo>
                <a:lnTo>
                  <a:pt x="265848" y="386819"/>
                </a:lnTo>
                <a:lnTo>
                  <a:pt x="247734" y="336495"/>
                </a:lnTo>
                <a:lnTo>
                  <a:pt x="118186" y="584"/>
                </a:lnTo>
                <a:lnTo>
                  <a:pt x="0" y="584"/>
                </a:lnTo>
                <a:lnTo>
                  <a:pt x="280657" y="678218"/>
                </a:lnTo>
                <a:lnTo>
                  <a:pt x="425310" y="348919"/>
                </a:lnTo>
                <a:lnTo>
                  <a:pt x="456783" y="272672"/>
                </a:lnTo>
                <a:lnTo>
                  <a:pt x="476097" y="223037"/>
                </a:lnTo>
                <a:lnTo>
                  <a:pt x="495088" y="271881"/>
                </a:lnTo>
                <a:lnTo>
                  <a:pt x="504523" y="295187"/>
                </a:lnTo>
                <a:lnTo>
                  <a:pt x="526834" y="348792"/>
                </a:lnTo>
                <a:lnTo>
                  <a:pt x="669582" y="678103"/>
                </a:lnTo>
                <a:lnTo>
                  <a:pt x="901268" y="114884"/>
                </a:lnTo>
                <a:lnTo>
                  <a:pt x="902106" y="118490"/>
                </a:lnTo>
                <a:lnTo>
                  <a:pt x="902106" y="667892"/>
                </a:lnTo>
                <a:lnTo>
                  <a:pt x="1298384" y="667892"/>
                </a:lnTo>
                <a:lnTo>
                  <a:pt x="1298384" y="566661"/>
                </a:lnTo>
                <a:lnTo>
                  <a:pt x="1016127" y="566661"/>
                </a:lnTo>
                <a:lnTo>
                  <a:pt x="1016127" y="369138"/>
                </a:lnTo>
                <a:lnTo>
                  <a:pt x="1222717" y="369138"/>
                </a:lnTo>
                <a:lnTo>
                  <a:pt x="1222717" y="268871"/>
                </a:lnTo>
                <a:lnTo>
                  <a:pt x="1016127" y="268871"/>
                </a:lnTo>
                <a:lnTo>
                  <a:pt x="1016127" y="101828"/>
                </a:lnTo>
                <a:lnTo>
                  <a:pt x="1280693" y="101828"/>
                </a:lnTo>
                <a:lnTo>
                  <a:pt x="1280693" y="584"/>
                </a:lnTo>
                <a:lnTo>
                  <a:pt x="833081" y="584"/>
                </a:lnTo>
                <a:lnTo>
                  <a:pt x="713701" y="317347"/>
                </a:lnTo>
                <a:lnTo>
                  <a:pt x="703203" y="345917"/>
                </a:lnTo>
                <a:lnTo>
                  <a:pt x="670064" y="440994"/>
                </a:lnTo>
                <a:lnTo>
                  <a:pt x="649604" y="387359"/>
                </a:lnTo>
                <a:lnTo>
                  <a:pt x="639402" y="361780"/>
                </a:lnTo>
                <a:lnTo>
                  <a:pt x="629992" y="339098"/>
                </a:lnTo>
                <a:lnTo>
                  <a:pt x="479018"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194" name="Google Shape;194;p17"/>
          <p:cNvSpPr/>
          <p:nvPr/>
        </p:nvSpPr>
        <p:spPr>
          <a:xfrm>
            <a:off x="3018360" y="3784450"/>
            <a:ext cx="6150573" cy="400223"/>
          </a:xfrm>
          <a:custGeom>
            <a:rect b="b" l="l" r="r" t="t"/>
            <a:pathLst>
              <a:path extrusionOk="0" h="300355" w="4615815">
                <a:moveTo>
                  <a:pt x="4615294" y="0"/>
                </a:moveTo>
                <a:lnTo>
                  <a:pt x="0" y="0"/>
                </a:lnTo>
                <a:lnTo>
                  <a:pt x="0" y="300151"/>
                </a:lnTo>
                <a:lnTo>
                  <a:pt x="4615294" y="300151"/>
                </a:lnTo>
                <a:lnTo>
                  <a:pt x="4615294" y="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i="0" sz="2399" u="none" cap="none" strike="noStrike">
              <a:solidFill>
                <a:srgbClr val="000000"/>
              </a:solidFill>
              <a:latin typeface="Chakra Petch"/>
              <a:ea typeface="Chakra Petch"/>
              <a:cs typeface="Chakra Petch"/>
              <a:sym typeface="Chakra Petch"/>
            </a:endParaRPr>
          </a:p>
        </p:txBody>
      </p:sp>
      <p:sp>
        <p:nvSpPr>
          <p:cNvPr id="195" name="Google Shape;195;p17"/>
          <p:cNvSpPr txBox="1"/>
          <p:nvPr/>
        </p:nvSpPr>
        <p:spPr>
          <a:xfrm>
            <a:off x="3187770" y="3846567"/>
            <a:ext cx="5818800" cy="265500"/>
          </a:xfrm>
          <a:prstGeom prst="rect">
            <a:avLst/>
          </a:prstGeom>
          <a:noFill/>
          <a:ln>
            <a:noFill/>
          </a:ln>
        </p:spPr>
        <p:txBody>
          <a:bodyPr anchorCtr="0" anchor="ctr" bIns="121850" lIns="121850" spcFirstLastPara="1" rIns="121850" wrap="square" tIns="121850">
            <a:noAutofit/>
          </a:bodyPr>
          <a:lstStyle/>
          <a:p>
            <a:pPr indent="0" lvl="0" marL="16929" marR="0" rtl="0" algn="ctr">
              <a:spcBef>
                <a:spcPts val="0"/>
              </a:spcBef>
              <a:spcAft>
                <a:spcPts val="0"/>
              </a:spcAft>
              <a:buClr>
                <a:schemeClr val="lt1"/>
              </a:buClr>
              <a:buSzPts val="1400"/>
              <a:buFont typeface="Montserrat"/>
              <a:buNone/>
            </a:pPr>
            <a:r>
              <a:rPr b="1" lang="en-US" sz="1400">
                <a:solidFill>
                  <a:schemeClr val="lt1"/>
                </a:solidFill>
                <a:latin typeface="Chakra Petch"/>
                <a:ea typeface="Chakra Petch"/>
                <a:cs typeface="Chakra Petch"/>
                <a:sym typeface="Chakra Petch"/>
              </a:rPr>
              <a:t>STAY IN MOTION</a:t>
            </a:r>
            <a:endParaRPr sz="1600">
              <a:solidFill>
                <a:schemeClr val="dk1"/>
              </a:solidFill>
              <a:latin typeface="Chakra Petch"/>
              <a:ea typeface="Chakra Petch"/>
              <a:cs typeface="Chakra Petch"/>
              <a:sym typeface="Chakra Petch"/>
            </a:endParaRPr>
          </a:p>
        </p:txBody>
      </p:sp>
      <p:sp>
        <p:nvSpPr>
          <p:cNvPr id="196" name="Google Shape;196;p17"/>
          <p:cNvSpPr txBox="1"/>
          <p:nvPr>
            <p:ph type="title"/>
          </p:nvPr>
        </p:nvSpPr>
        <p:spPr>
          <a:xfrm>
            <a:off x="852411" y="5402900"/>
            <a:ext cx="7046100" cy="400500"/>
          </a:xfrm>
          <a:prstGeom prst="rect">
            <a:avLst/>
          </a:prstGeom>
          <a:noFill/>
          <a:ln>
            <a:noFill/>
          </a:ln>
        </p:spPr>
        <p:txBody>
          <a:bodyPr anchorCtr="0" anchor="t" bIns="18000" lIns="18000" spcFirstLastPara="1" rIns="18000" wrap="square" tIns="18000">
            <a:noAutofit/>
          </a:bodyPr>
          <a:lstStyle>
            <a:lvl1pPr lvl="0" algn="l">
              <a:lnSpc>
                <a:spcPct val="100000"/>
              </a:lnSpc>
              <a:spcBef>
                <a:spcPts val="0"/>
              </a:spcBef>
              <a:spcAft>
                <a:spcPts val="0"/>
              </a:spcAft>
              <a:buClr>
                <a:schemeClr val="lt1"/>
              </a:buClr>
              <a:buSzPts val="1500"/>
              <a:buFont typeface="Chakra Petch"/>
              <a:buNone/>
              <a:defRPr sz="2000">
                <a:solidFill>
                  <a:schemeClr val="lt1"/>
                </a:solidFill>
                <a:latin typeface="Chakra Petch"/>
                <a:ea typeface="Chakra Petch"/>
                <a:cs typeface="Chakra Petch"/>
                <a:sym typeface="Chakra Petch"/>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7" name="Google Shape;197;p17"/>
          <p:cNvSpPr txBox="1"/>
          <p:nvPr>
            <p:ph idx="1" type="subTitle"/>
          </p:nvPr>
        </p:nvSpPr>
        <p:spPr>
          <a:xfrm>
            <a:off x="839781" y="5883700"/>
            <a:ext cx="7071300" cy="708900"/>
          </a:xfrm>
          <a:prstGeom prst="rect">
            <a:avLst/>
          </a:prstGeom>
          <a:noFill/>
          <a:ln>
            <a:noFill/>
          </a:ln>
        </p:spPr>
        <p:txBody>
          <a:bodyPr anchorCtr="0" anchor="t" bIns="18000" lIns="18000" spcFirstLastPara="1" rIns="18000" wrap="square" tIns="18000">
            <a:noAutofit/>
          </a:bodyPr>
          <a:lstStyle>
            <a:lvl1pPr lvl="0" algn="l">
              <a:lnSpc>
                <a:spcPct val="115000"/>
              </a:lnSpc>
              <a:spcBef>
                <a:spcPts val="0"/>
              </a:spcBef>
              <a:spcAft>
                <a:spcPts val="0"/>
              </a:spcAft>
              <a:buClr>
                <a:schemeClr val="lt1"/>
              </a:buClr>
              <a:buSzPts val="1500"/>
              <a:buNone/>
              <a:defRPr sz="2000">
                <a:solidFill>
                  <a:schemeClr val="lt1"/>
                </a:solidFill>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000"/>
              <a:buNone/>
              <a:defRPr/>
            </a:lvl4pPr>
            <a:lvl5pPr lvl="4" algn="l">
              <a:lnSpc>
                <a:spcPct val="115000"/>
              </a:lnSpc>
              <a:spcBef>
                <a:spcPts val="0"/>
              </a:spcBef>
              <a:spcAft>
                <a:spcPts val="0"/>
              </a:spcAft>
              <a:buSzPts val="1000"/>
              <a:buNone/>
              <a:defRPr/>
            </a:lvl5pPr>
            <a:lvl6pPr lvl="5" algn="l">
              <a:lnSpc>
                <a:spcPct val="115000"/>
              </a:lnSpc>
              <a:spcBef>
                <a:spcPts val="0"/>
              </a:spcBef>
              <a:spcAft>
                <a:spcPts val="0"/>
              </a:spcAft>
              <a:buSzPts val="1000"/>
              <a:buNone/>
              <a:defRPr/>
            </a:lvl6pPr>
            <a:lvl7pPr lvl="6" algn="l">
              <a:lnSpc>
                <a:spcPct val="115000"/>
              </a:lnSpc>
              <a:spcBef>
                <a:spcPts val="0"/>
              </a:spcBef>
              <a:spcAft>
                <a:spcPts val="0"/>
              </a:spcAft>
              <a:buSzPts val="1000"/>
              <a:buNone/>
              <a:defRPr/>
            </a:lvl7pPr>
            <a:lvl8pPr lvl="7" algn="l">
              <a:lnSpc>
                <a:spcPct val="115000"/>
              </a:lnSpc>
              <a:spcBef>
                <a:spcPts val="0"/>
              </a:spcBef>
              <a:spcAft>
                <a:spcPts val="0"/>
              </a:spcAft>
              <a:buSzPts val="1000"/>
              <a:buNone/>
              <a:defRPr/>
            </a:lvl8pPr>
            <a:lvl9pPr lvl="8" algn="l">
              <a:lnSpc>
                <a:spcPct val="115000"/>
              </a:lnSpc>
              <a:spcBef>
                <a:spcPts val="0"/>
              </a:spcBef>
              <a:spcAft>
                <a:spcPts val="0"/>
              </a:spcAft>
              <a:buSzPts val="1000"/>
              <a:buNone/>
              <a:defRPr/>
            </a:lvl9pPr>
          </a:lstStyle>
          <a:p/>
        </p:txBody>
      </p:sp>
      <p:sp>
        <p:nvSpPr>
          <p:cNvPr id="198" name="Google Shape;198;p17"/>
          <p:cNvSpPr txBox="1"/>
          <p:nvPr>
            <p:ph idx="12" type="sldNum"/>
          </p:nvPr>
        </p:nvSpPr>
        <p:spPr>
          <a:xfrm>
            <a:off x="-50954" y="6493100"/>
            <a:ext cx="466200" cy="302700"/>
          </a:xfrm>
          <a:prstGeom prst="rect">
            <a:avLst/>
          </a:prstGeom>
          <a:noFill/>
          <a:ln>
            <a:noFill/>
          </a:ln>
        </p:spPr>
        <p:txBody>
          <a:bodyPr anchorCtr="0" anchor="t" bIns="91425" lIns="91425" spcFirstLastPara="1" rIns="91425" wrap="square" tIns="91425">
            <a:noAutofit/>
          </a:bodyPr>
          <a:lstStyle>
            <a:lvl1pPr indent="0" lvl="0" marL="0" algn="l">
              <a:buClr>
                <a:schemeClr val="dk1"/>
              </a:buClr>
              <a:buSzPts val="1200"/>
              <a:buFont typeface="Montserrat"/>
              <a:buNone/>
              <a:defRPr sz="1200">
                <a:solidFill>
                  <a:schemeClr val="dk1"/>
                </a:solidFill>
                <a:latin typeface="Montserrat"/>
                <a:ea typeface="Montserrat"/>
                <a:cs typeface="Montserrat"/>
                <a:sym typeface="Montserrat"/>
              </a:defRPr>
            </a:lvl1pPr>
            <a:lvl2pPr indent="0" lvl="1" marL="0" algn="l">
              <a:buClr>
                <a:schemeClr val="dk1"/>
              </a:buClr>
              <a:buSzPts val="1200"/>
              <a:buFont typeface="Montserrat"/>
              <a:buNone/>
              <a:defRPr sz="1200">
                <a:solidFill>
                  <a:schemeClr val="dk1"/>
                </a:solidFill>
                <a:latin typeface="Montserrat"/>
                <a:ea typeface="Montserrat"/>
                <a:cs typeface="Montserrat"/>
                <a:sym typeface="Montserrat"/>
              </a:defRPr>
            </a:lvl2pPr>
            <a:lvl3pPr indent="0" lvl="2" marL="0" algn="l">
              <a:buClr>
                <a:schemeClr val="dk1"/>
              </a:buClr>
              <a:buSzPts val="1200"/>
              <a:buFont typeface="Montserrat"/>
              <a:buNone/>
              <a:defRPr sz="1200">
                <a:solidFill>
                  <a:schemeClr val="dk1"/>
                </a:solidFill>
                <a:latin typeface="Montserrat"/>
                <a:ea typeface="Montserrat"/>
                <a:cs typeface="Montserrat"/>
                <a:sym typeface="Montserrat"/>
              </a:defRPr>
            </a:lvl3pPr>
            <a:lvl4pPr indent="0" lvl="3" marL="0" algn="l">
              <a:buClr>
                <a:schemeClr val="dk1"/>
              </a:buClr>
              <a:buSzPts val="1200"/>
              <a:buFont typeface="Montserrat"/>
              <a:buNone/>
              <a:defRPr sz="1200">
                <a:solidFill>
                  <a:schemeClr val="dk1"/>
                </a:solidFill>
                <a:latin typeface="Montserrat"/>
                <a:ea typeface="Montserrat"/>
                <a:cs typeface="Montserrat"/>
                <a:sym typeface="Montserrat"/>
              </a:defRPr>
            </a:lvl4pPr>
            <a:lvl5pPr indent="0" lvl="4" marL="0" algn="l">
              <a:buClr>
                <a:schemeClr val="dk1"/>
              </a:buClr>
              <a:buSzPts val="1200"/>
              <a:buFont typeface="Montserrat"/>
              <a:buNone/>
              <a:defRPr sz="1200">
                <a:solidFill>
                  <a:schemeClr val="dk1"/>
                </a:solidFill>
                <a:latin typeface="Montserrat"/>
                <a:ea typeface="Montserrat"/>
                <a:cs typeface="Montserrat"/>
                <a:sym typeface="Montserrat"/>
              </a:defRPr>
            </a:lvl5pPr>
            <a:lvl6pPr indent="0" lvl="5" marL="0" algn="l">
              <a:buClr>
                <a:schemeClr val="dk1"/>
              </a:buClr>
              <a:buSzPts val="1200"/>
              <a:buFont typeface="Montserrat"/>
              <a:buNone/>
              <a:defRPr sz="1200">
                <a:solidFill>
                  <a:schemeClr val="dk1"/>
                </a:solidFill>
                <a:latin typeface="Montserrat"/>
                <a:ea typeface="Montserrat"/>
                <a:cs typeface="Montserrat"/>
                <a:sym typeface="Montserrat"/>
              </a:defRPr>
            </a:lvl6pPr>
            <a:lvl7pPr indent="0" lvl="6" marL="0" algn="l">
              <a:buClr>
                <a:schemeClr val="dk1"/>
              </a:buClr>
              <a:buSzPts val="1200"/>
              <a:buFont typeface="Montserrat"/>
              <a:buNone/>
              <a:defRPr sz="1200">
                <a:solidFill>
                  <a:schemeClr val="dk1"/>
                </a:solidFill>
                <a:latin typeface="Montserrat"/>
                <a:ea typeface="Montserrat"/>
                <a:cs typeface="Montserrat"/>
                <a:sym typeface="Montserrat"/>
              </a:defRPr>
            </a:lvl7pPr>
            <a:lvl8pPr indent="0" lvl="7" marL="0" algn="l">
              <a:buClr>
                <a:schemeClr val="dk1"/>
              </a:buClr>
              <a:buSzPts val="1200"/>
              <a:buFont typeface="Montserrat"/>
              <a:buNone/>
              <a:defRPr sz="1200">
                <a:solidFill>
                  <a:schemeClr val="dk1"/>
                </a:solidFill>
                <a:latin typeface="Montserrat"/>
                <a:ea typeface="Montserrat"/>
                <a:cs typeface="Montserrat"/>
                <a:sym typeface="Montserrat"/>
              </a:defRPr>
            </a:lvl8pPr>
            <a:lvl9pPr indent="0" lvl="8" marL="0" algn="l">
              <a:buClr>
                <a:schemeClr val="dk1"/>
              </a:buClr>
              <a:buSzPts val="1200"/>
              <a:buFont typeface="Montserrat"/>
              <a:buNone/>
              <a:defRPr sz="1200">
                <a:solidFill>
                  <a:schemeClr val="dk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18"/>
          <p:cNvSpPr txBox="1"/>
          <p:nvPr>
            <p:ph idx="10" type="dt"/>
          </p:nvPr>
        </p:nvSpPr>
        <p:spPr>
          <a:xfrm>
            <a:off x="304721" y="4237567"/>
            <a:ext cx="1422000" cy="243600"/>
          </a:xfrm>
          <a:prstGeom prst="rect">
            <a:avLst/>
          </a:prstGeom>
          <a:noFill/>
          <a:ln>
            <a:noFill/>
          </a:ln>
        </p:spPr>
        <p:txBody>
          <a:bodyPr anchorCtr="0" anchor="ctr" bIns="30225" lIns="60500" spcFirstLastPara="1" rIns="60500" wrap="square" tIns="302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8"/>
          <p:cNvSpPr txBox="1"/>
          <p:nvPr>
            <p:ph idx="11" type="ftr"/>
          </p:nvPr>
        </p:nvSpPr>
        <p:spPr>
          <a:xfrm>
            <a:off x="2082258" y="4237567"/>
            <a:ext cx="1929900" cy="243600"/>
          </a:xfrm>
          <a:prstGeom prst="rect">
            <a:avLst/>
          </a:prstGeom>
          <a:noFill/>
          <a:ln>
            <a:noFill/>
          </a:ln>
        </p:spPr>
        <p:txBody>
          <a:bodyPr anchorCtr="0" anchor="ctr" bIns="30225" lIns="60500" spcFirstLastPara="1" rIns="60500" wrap="square" tIns="302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8"/>
          <p:cNvSpPr txBox="1"/>
          <p:nvPr>
            <p:ph idx="12" type="sldNum"/>
          </p:nvPr>
        </p:nvSpPr>
        <p:spPr>
          <a:xfrm>
            <a:off x="4367662" y="4237567"/>
            <a:ext cx="1422000" cy="243600"/>
          </a:xfrm>
          <a:prstGeom prst="rect">
            <a:avLst/>
          </a:prstGeom>
          <a:noFill/>
          <a:ln>
            <a:noFill/>
          </a:ln>
        </p:spPr>
        <p:txBody>
          <a:bodyPr anchorCtr="0" anchor="ctr" bIns="30225" lIns="60500" spcFirstLastPara="1" rIns="60500" wrap="square" tIns="302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seul 1">
  <p:cSld name="Corps - Titre seul">
    <p:spTree>
      <p:nvGrpSpPr>
        <p:cNvPr id="203" name="Shape 203"/>
        <p:cNvGrpSpPr/>
        <p:nvPr/>
      </p:nvGrpSpPr>
      <p:grpSpPr>
        <a:xfrm>
          <a:off x="0" y="0"/>
          <a:ext cx="0" cy="0"/>
          <a:chOff x="0" y="0"/>
          <a:chExt cx="0" cy="0"/>
        </a:xfrm>
      </p:grpSpPr>
      <p:sp>
        <p:nvSpPr>
          <p:cNvPr id="204" name="Google Shape;204;p19"/>
          <p:cNvSpPr txBox="1"/>
          <p:nvPr>
            <p:ph type="title"/>
          </p:nvPr>
        </p:nvSpPr>
        <p:spPr>
          <a:xfrm>
            <a:off x="839781" y="165100"/>
            <a:ext cx="11268600" cy="673200"/>
          </a:xfrm>
          <a:prstGeom prst="rect">
            <a:avLst/>
          </a:prstGeom>
          <a:noFill/>
          <a:ln>
            <a:noFill/>
          </a:ln>
        </p:spPr>
        <p:txBody>
          <a:bodyPr anchorCtr="0" anchor="b" bIns="18000" lIns="18000" spcFirstLastPara="1" rIns="18000" wrap="square" tIns="18000">
            <a:noAutofit/>
          </a:bodyPr>
          <a:lstStyle>
            <a:lvl1pPr lvl="0" algn="l">
              <a:lnSpc>
                <a:spcPct val="100000"/>
              </a:lnSpc>
              <a:spcBef>
                <a:spcPts val="0"/>
              </a:spcBef>
              <a:spcAft>
                <a:spcPts val="0"/>
              </a:spcAft>
              <a:buSzPts val="2000"/>
              <a:buFont typeface="Chakra Petch"/>
              <a:buNone/>
              <a:defRPr sz="2666">
                <a:latin typeface="Chakra Petch"/>
                <a:ea typeface="Chakra Petch"/>
                <a:cs typeface="Chakra Petch"/>
                <a:sym typeface="Chakra Petch"/>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5" name="Google Shape;205;p19"/>
          <p:cNvSpPr/>
          <p:nvPr/>
        </p:nvSpPr>
        <p:spPr>
          <a:xfrm>
            <a:off x="942820" y="947329"/>
            <a:ext cx="656601" cy="0"/>
          </a:xfrm>
          <a:custGeom>
            <a:rect b="b" l="l" r="r" t="t"/>
            <a:pathLst>
              <a:path extrusionOk="0" h="120000" w="492759">
                <a:moveTo>
                  <a:pt x="492480" y="0"/>
                </a:moveTo>
                <a:lnTo>
                  <a:pt x="0" y="0"/>
                </a:lnTo>
              </a:path>
            </a:pathLst>
          </a:custGeom>
          <a:noFill/>
          <a:ln cap="flat" cmpd="sng" w="9525">
            <a:solidFill>
              <a:schemeClr val="accent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206" name="Google Shape;206;p19"/>
          <p:cNvSpPr txBox="1"/>
          <p:nvPr>
            <p:ph idx="12" type="sldNum"/>
          </p:nvPr>
        </p:nvSpPr>
        <p:spPr>
          <a:xfrm>
            <a:off x="-50954" y="6493100"/>
            <a:ext cx="466200" cy="302700"/>
          </a:xfrm>
          <a:prstGeom prst="rect">
            <a:avLst/>
          </a:prstGeom>
          <a:noFill/>
          <a:ln>
            <a:noFill/>
          </a:ln>
        </p:spPr>
        <p:txBody>
          <a:bodyPr anchorCtr="0" anchor="t" bIns="91425" lIns="91425" spcFirstLastPara="1" rIns="91425" wrap="square" tIns="91425">
            <a:noAutofit/>
          </a:bodyPr>
          <a:lstStyle>
            <a:lvl1pPr indent="0" lvl="0" marL="0" algn="l">
              <a:buClr>
                <a:schemeClr val="dk1"/>
              </a:buClr>
              <a:buSzPts val="1200"/>
              <a:buFont typeface="Montserrat"/>
              <a:buNone/>
              <a:defRPr sz="1200">
                <a:solidFill>
                  <a:schemeClr val="dk1"/>
                </a:solidFill>
                <a:latin typeface="Montserrat"/>
                <a:ea typeface="Montserrat"/>
                <a:cs typeface="Montserrat"/>
                <a:sym typeface="Montserrat"/>
              </a:defRPr>
            </a:lvl1pPr>
            <a:lvl2pPr indent="0" lvl="1" marL="0" algn="l">
              <a:buClr>
                <a:schemeClr val="dk1"/>
              </a:buClr>
              <a:buSzPts val="1200"/>
              <a:buFont typeface="Montserrat"/>
              <a:buNone/>
              <a:defRPr sz="1200">
                <a:solidFill>
                  <a:schemeClr val="dk1"/>
                </a:solidFill>
                <a:latin typeface="Montserrat"/>
                <a:ea typeface="Montserrat"/>
                <a:cs typeface="Montserrat"/>
                <a:sym typeface="Montserrat"/>
              </a:defRPr>
            </a:lvl2pPr>
            <a:lvl3pPr indent="0" lvl="2" marL="0" algn="l">
              <a:buClr>
                <a:schemeClr val="dk1"/>
              </a:buClr>
              <a:buSzPts val="1200"/>
              <a:buFont typeface="Montserrat"/>
              <a:buNone/>
              <a:defRPr sz="1200">
                <a:solidFill>
                  <a:schemeClr val="dk1"/>
                </a:solidFill>
                <a:latin typeface="Montserrat"/>
                <a:ea typeface="Montserrat"/>
                <a:cs typeface="Montserrat"/>
                <a:sym typeface="Montserrat"/>
              </a:defRPr>
            </a:lvl3pPr>
            <a:lvl4pPr indent="0" lvl="3" marL="0" algn="l">
              <a:buClr>
                <a:schemeClr val="dk1"/>
              </a:buClr>
              <a:buSzPts val="1200"/>
              <a:buFont typeface="Montserrat"/>
              <a:buNone/>
              <a:defRPr sz="1200">
                <a:solidFill>
                  <a:schemeClr val="dk1"/>
                </a:solidFill>
                <a:latin typeface="Montserrat"/>
                <a:ea typeface="Montserrat"/>
                <a:cs typeface="Montserrat"/>
                <a:sym typeface="Montserrat"/>
              </a:defRPr>
            </a:lvl4pPr>
            <a:lvl5pPr indent="0" lvl="4" marL="0" algn="l">
              <a:buClr>
                <a:schemeClr val="dk1"/>
              </a:buClr>
              <a:buSzPts val="1200"/>
              <a:buFont typeface="Montserrat"/>
              <a:buNone/>
              <a:defRPr sz="1200">
                <a:solidFill>
                  <a:schemeClr val="dk1"/>
                </a:solidFill>
                <a:latin typeface="Montserrat"/>
                <a:ea typeface="Montserrat"/>
                <a:cs typeface="Montserrat"/>
                <a:sym typeface="Montserrat"/>
              </a:defRPr>
            </a:lvl5pPr>
            <a:lvl6pPr indent="0" lvl="5" marL="0" algn="l">
              <a:buClr>
                <a:schemeClr val="dk1"/>
              </a:buClr>
              <a:buSzPts val="1200"/>
              <a:buFont typeface="Montserrat"/>
              <a:buNone/>
              <a:defRPr sz="1200">
                <a:solidFill>
                  <a:schemeClr val="dk1"/>
                </a:solidFill>
                <a:latin typeface="Montserrat"/>
                <a:ea typeface="Montserrat"/>
                <a:cs typeface="Montserrat"/>
                <a:sym typeface="Montserrat"/>
              </a:defRPr>
            </a:lvl6pPr>
            <a:lvl7pPr indent="0" lvl="6" marL="0" algn="l">
              <a:buClr>
                <a:schemeClr val="dk1"/>
              </a:buClr>
              <a:buSzPts val="1200"/>
              <a:buFont typeface="Montserrat"/>
              <a:buNone/>
              <a:defRPr sz="1200">
                <a:solidFill>
                  <a:schemeClr val="dk1"/>
                </a:solidFill>
                <a:latin typeface="Montserrat"/>
                <a:ea typeface="Montserrat"/>
                <a:cs typeface="Montserrat"/>
                <a:sym typeface="Montserrat"/>
              </a:defRPr>
            </a:lvl7pPr>
            <a:lvl8pPr indent="0" lvl="7" marL="0" algn="l">
              <a:buClr>
                <a:schemeClr val="dk1"/>
              </a:buClr>
              <a:buSzPts val="1200"/>
              <a:buFont typeface="Montserrat"/>
              <a:buNone/>
              <a:defRPr sz="1200">
                <a:solidFill>
                  <a:schemeClr val="dk1"/>
                </a:solidFill>
                <a:latin typeface="Montserrat"/>
                <a:ea typeface="Montserrat"/>
                <a:cs typeface="Montserrat"/>
                <a:sym typeface="Montserrat"/>
              </a:defRPr>
            </a:lvl8pPr>
            <a:lvl9pPr indent="0" lvl="8" marL="0" algn="l">
              <a:buClr>
                <a:schemeClr val="dk1"/>
              </a:buClr>
              <a:buSzPts val="1200"/>
              <a:buFont typeface="Montserrat"/>
              <a:buNone/>
              <a:defRPr sz="1200">
                <a:solidFill>
                  <a:schemeClr val="dk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397">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2">
  <p:cSld name="TITLE_ONLY_6">
    <p:spTree>
      <p:nvGrpSpPr>
        <p:cNvPr id="207" name="Shape 207"/>
        <p:cNvGrpSpPr/>
        <p:nvPr/>
      </p:nvGrpSpPr>
      <p:grpSpPr>
        <a:xfrm>
          <a:off x="0" y="0"/>
          <a:ext cx="0" cy="0"/>
          <a:chOff x="0" y="0"/>
          <a:chExt cx="0" cy="0"/>
        </a:xfrm>
      </p:grpSpPr>
      <p:sp>
        <p:nvSpPr>
          <p:cNvPr id="208" name="Google Shape;208;p20"/>
          <p:cNvSpPr txBox="1"/>
          <p:nvPr>
            <p:ph type="title"/>
          </p:nvPr>
        </p:nvSpPr>
        <p:spPr>
          <a:xfrm>
            <a:off x="839781" y="386933"/>
            <a:ext cx="11268600" cy="451200"/>
          </a:xfrm>
          <a:prstGeom prst="rect">
            <a:avLst/>
          </a:prstGeom>
          <a:noFill/>
          <a:ln>
            <a:noFill/>
          </a:ln>
        </p:spPr>
        <p:txBody>
          <a:bodyPr anchorCtr="0" anchor="b" bIns="18000" lIns="18000" spcFirstLastPara="1" rIns="18000" wrap="square" tIns="18000">
            <a:noAutofit/>
          </a:bodyPr>
          <a:lstStyle>
            <a:lvl1pPr lvl="0" algn="l">
              <a:lnSpc>
                <a:spcPct val="100000"/>
              </a:lnSpc>
              <a:spcBef>
                <a:spcPts val="0"/>
              </a:spcBef>
              <a:spcAft>
                <a:spcPts val="0"/>
              </a:spcAft>
              <a:buSzPts val="2000"/>
              <a:buFont typeface="Montserrat"/>
              <a:buNone/>
              <a:defRPr b="1" sz="2666">
                <a:latin typeface="Chakra Petch"/>
                <a:ea typeface="Chakra Petch"/>
                <a:cs typeface="Chakra Petch"/>
                <a:sym typeface="Chakra Petch"/>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9" name="Google Shape;209;p20"/>
          <p:cNvSpPr/>
          <p:nvPr/>
        </p:nvSpPr>
        <p:spPr>
          <a:xfrm>
            <a:off x="942820" y="947329"/>
            <a:ext cx="656601" cy="0"/>
          </a:xfrm>
          <a:custGeom>
            <a:rect b="b" l="l" r="r" t="t"/>
            <a:pathLst>
              <a:path extrusionOk="0" h="120000" w="492759">
                <a:moveTo>
                  <a:pt x="492480" y="0"/>
                </a:moveTo>
                <a:lnTo>
                  <a:pt x="0" y="0"/>
                </a:lnTo>
              </a:path>
            </a:pathLst>
          </a:custGeom>
          <a:noFill/>
          <a:ln cap="flat" cmpd="sng" w="9525">
            <a:solidFill>
              <a:schemeClr val="accent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399" u="none" cap="none" strike="noStrike">
              <a:solidFill>
                <a:srgbClr val="000000"/>
              </a:solidFill>
              <a:latin typeface="Arial"/>
              <a:ea typeface="Arial"/>
              <a:cs typeface="Arial"/>
              <a:sym typeface="Arial"/>
            </a:endParaRPr>
          </a:p>
        </p:txBody>
      </p:sp>
      <p:sp>
        <p:nvSpPr>
          <p:cNvPr id="210" name="Google Shape;210;p20"/>
          <p:cNvSpPr txBox="1"/>
          <p:nvPr>
            <p:ph idx="1" type="subTitle"/>
          </p:nvPr>
        </p:nvSpPr>
        <p:spPr>
          <a:xfrm>
            <a:off x="839781" y="125333"/>
            <a:ext cx="10953600" cy="261600"/>
          </a:xfrm>
          <a:prstGeom prst="rect">
            <a:avLst/>
          </a:prstGeom>
          <a:noFill/>
          <a:ln>
            <a:noFill/>
          </a:ln>
        </p:spPr>
        <p:txBody>
          <a:bodyPr anchorCtr="0" anchor="t" bIns="18000" lIns="18000" spcFirstLastPara="1" rIns="18000" wrap="square" tIns="18000">
            <a:noAutofit/>
          </a:bodyPr>
          <a:lstStyle>
            <a:lvl1pPr lvl="0" algn="l">
              <a:lnSpc>
                <a:spcPct val="115000"/>
              </a:lnSpc>
              <a:spcBef>
                <a:spcPts val="0"/>
              </a:spcBef>
              <a:spcAft>
                <a:spcPts val="0"/>
              </a:spcAft>
              <a:buClr>
                <a:schemeClr val="accent2"/>
              </a:buClr>
              <a:buSzPts val="900"/>
              <a:buNone/>
              <a:defRPr sz="1200">
                <a:solidFill>
                  <a:schemeClr val="accent2"/>
                </a:solidFill>
                <a:latin typeface="Chakra Petch"/>
                <a:ea typeface="Chakra Petch"/>
                <a:cs typeface="Chakra Petch"/>
                <a:sym typeface="Chakra Petch"/>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000"/>
              <a:buNone/>
              <a:defRPr/>
            </a:lvl4pPr>
            <a:lvl5pPr lvl="4" algn="l">
              <a:lnSpc>
                <a:spcPct val="115000"/>
              </a:lnSpc>
              <a:spcBef>
                <a:spcPts val="0"/>
              </a:spcBef>
              <a:spcAft>
                <a:spcPts val="0"/>
              </a:spcAft>
              <a:buSzPts val="1000"/>
              <a:buNone/>
              <a:defRPr/>
            </a:lvl5pPr>
            <a:lvl6pPr lvl="5" algn="l">
              <a:lnSpc>
                <a:spcPct val="115000"/>
              </a:lnSpc>
              <a:spcBef>
                <a:spcPts val="0"/>
              </a:spcBef>
              <a:spcAft>
                <a:spcPts val="0"/>
              </a:spcAft>
              <a:buSzPts val="1000"/>
              <a:buNone/>
              <a:defRPr/>
            </a:lvl6pPr>
            <a:lvl7pPr lvl="6" algn="l">
              <a:lnSpc>
                <a:spcPct val="115000"/>
              </a:lnSpc>
              <a:spcBef>
                <a:spcPts val="0"/>
              </a:spcBef>
              <a:spcAft>
                <a:spcPts val="0"/>
              </a:spcAft>
              <a:buSzPts val="1000"/>
              <a:buNone/>
              <a:defRPr/>
            </a:lvl7pPr>
            <a:lvl8pPr lvl="7" algn="l">
              <a:lnSpc>
                <a:spcPct val="115000"/>
              </a:lnSpc>
              <a:spcBef>
                <a:spcPts val="0"/>
              </a:spcBef>
              <a:spcAft>
                <a:spcPts val="0"/>
              </a:spcAft>
              <a:buSzPts val="1000"/>
              <a:buNone/>
              <a:defRPr/>
            </a:lvl8pPr>
            <a:lvl9pPr lvl="8" algn="l">
              <a:lnSpc>
                <a:spcPct val="115000"/>
              </a:lnSpc>
              <a:spcBef>
                <a:spcPts val="0"/>
              </a:spcBef>
              <a:spcAft>
                <a:spcPts val="0"/>
              </a:spcAft>
              <a:buSzPts val="1000"/>
              <a:buNone/>
              <a:defRPr/>
            </a:lvl9pPr>
          </a:lstStyle>
          <a:p/>
        </p:txBody>
      </p:sp>
      <p:sp>
        <p:nvSpPr>
          <p:cNvPr id="211" name="Google Shape;211;p20"/>
          <p:cNvSpPr txBox="1"/>
          <p:nvPr>
            <p:ph idx="12" type="sldNum"/>
          </p:nvPr>
        </p:nvSpPr>
        <p:spPr>
          <a:xfrm>
            <a:off x="-50954" y="6493100"/>
            <a:ext cx="466200" cy="302700"/>
          </a:xfrm>
          <a:prstGeom prst="rect">
            <a:avLst/>
          </a:prstGeom>
          <a:noFill/>
          <a:ln>
            <a:noFill/>
          </a:ln>
        </p:spPr>
        <p:txBody>
          <a:bodyPr anchorCtr="0" anchor="t" bIns="91425" lIns="91425" spcFirstLastPara="1" rIns="91425" wrap="square" tIns="91425">
            <a:noAutofit/>
          </a:bodyPr>
          <a:lstStyle>
            <a:lvl1pPr indent="0" lvl="0" marL="0" algn="l">
              <a:buClr>
                <a:schemeClr val="dk1"/>
              </a:buClr>
              <a:buSzPts val="1200"/>
              <a:buFont typeface="Montserrat"/>
              <a:buNone/>
              <a:defRPr sz="1200">
                <a:solidFill>
                  <a:schemeClr val="dk1"/>
                </a:solidFill>
                <a:latin typeface="Montserrat"/>
                <a:ea typeface="Montserrat"/>
                <a:cs typeface="Montserrat"/>
                <a:sym typeface="Montserrat"/>
              </a:defRPr>
            </a:lvl1pPr>
            <a:lvl2pPr indent="0" lvl="1" marL="0" algn="l">
              <a:buClr>
                <a:schemeClr val="dk1"/>
              </a:buClr>
              <a:buSzPts val="1200"/>
              <a:buFont typeface="Montserrat"/>
              <a:buNone/>
              <a:defRPr sz="1200">
                <a:solidFill>
                  <a:schemeClr val="dk1"/>
                </a:solidFill>
                <a:latin typeface="Montserrat"/>
                <a:ea typeface="Montserrat"/>
                <a:cs typeface="Montserrat"/>
                <a:sym typeface="Montserrat"/>
              </a:defRPr>
            </a:lvl2pPr>
            <a:lvl3pPr indent="0" lvl="2" marL="0" algn="l">
              <a:buClr>
                <a:schemeClr val="dk1"/>
              </a:buClr>
              <a:buSzPts val="1200"/>
              <a:buFont typeface="Montserrat"/>
              <a:buNone/>
              <a:defRPr sz="1200">
                <a:solidFill>
                  <a:schemeClr val="dk1"/>
                </a:solidFill>
                <a:latin typeface="Montserrat"/>
                <a:ea typeface="Montserrat"/>
                <a:cs typeface="Montserrat"/>
                <a:sym typeface="Montserrat"/>
              </a:defRPr>
            </a:lvl3pPr>
            <a:lvl4pPr indent="0" lvl="3" marL="0" algn="l">
              <a:buClr>
                <a:schemeClr val="dk1"/>
              </a:buClr>
              <a:buSzPts val="1200"/>
              <a:buFont typeface="Montserrat"/>
              <a:buNone/>
              <a:defRPr sz="1200">
                <a:solidFill>
                  <a:schemeClr val="dk1"/>
                </a:solidFill>
                <a:latin typeface="Montserrat"/>
                <a:ea typeface="Montserrat"/>
                <a:cs typeface="Montserrat"/>
                <a:sym typeface="Montserrat"/>
              </a:defRPr>
            </a:lvl4pPr>
            <a:lvl5pPr indent="0" lvl="4" marL="0" algn="l">
              <a:buClr>
                <a:schemeClr val="dk1"/>
              </a:buClr>
              <a:buSzPts val="1200"/>
              <a:buFont typeface="Montserrat"/>
              <a:buNone/>
              <a:defRPr sz="1200">
                <a:solidFill>
                  <a:schemeClr val="dk1"/>
                </a:solidFill>
                <a:latin typeface="Montserrat"/>
                <a:ea typeface="Montserrat"/>
                <a:cs typeface="Montserrat"/>
                <a:sym typeface="Montserrat"/>
              </a:defRPr>
            </a:lvl5pPr>
            <a:lvl6pPr indent="0" lvl="5" marL="0" algn="l">
              <a:buClr>
                <a:schemeClr val="dk1"/>
              </a:buClr>
              <a:buSzPts val="1200"/>
              <a:buFont typeface="Montserrat"/>
              <a:buNone/>
              <a:defRPr sz="1200">
                <a:solidFill>
                  <a:schemeClr val="dk1"/>
                </a:solidFill>
                <a:latin typeface="Montserrat"/>
                <a:ea typeface="Montserrat"/>
                <a:cs typeface="Montserrat"/>
                <a:sym typeface="Montserrat"/>
              </a:defRPr>
            </a:lvl6pPr>
            <a:lvl7pPr indent="0" lvl="6" marL="0" algn="l">
              <a:buClr>
                <a:schemeClr val="dk1"/>
              </a:buClr>
              <a:buSzPts val="1200"/>
              <a:buFont typeface="Montserrat"/>
              <a:buNone/>
              <a:defRPr sz="1200">
                <a:solidFill>
                  <a:schemeClr val="dk1"/>
                </a:solidFill>
                <a:latin typeface="Montserrat"/>
                <a:ea typeface="Montserrat"/>
                <a:cs typeface="Montserrat"/>
                <a:sym typeface="Montserrat"/>
              </a:defRPr>
            </a:lvl7pPr>
            <a:lvl8pPr indent="0" lvl="7" marL="0" algn="l">
              <a:buClr>
                <a:schemeClr val="dk1"/>
              </a:buClr>
              <a:buSzPts val="1200"/>
              <a:buFont typeface="Montserrat"/>
              <a:buNone/>
              <a:defRPr sz="1200">
                <a:solidFill>
                  <a:schemeClr val="dk1"/>
                </a:solidFill>
                <a:latin typeface="Montserrat"/>
                <a:ea typeface="Montserrat"/>
                <a:cs typeface="Montserrat"/>
                <a:sym typeface="Montserrat"/>
              </a:defRPr>
            </a:lvl8pPr>
            <a:lvl9pPr indent="0" lvl="8" marL="0" algn="l">
              <a:buClr>
                <a:schemeClr val="dk1"/>
              </a:buClr>
              <a:buSzPts val="1200"/>
              <a:buFont typeface="Montserrat"/>
              <a:buNone/>
              <a:defRPr sz="1200">
                <a:solidFill>
                  <a:schemeClr val="dk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sp>
        <p:nvSpPr>
          <p:cNvPr id="212" name="Google Shape;212;p20"/>
          <p:cNvSpPr txBox="1"/>
          <p:nvPr>
            <p:ph idx="2" type="body"/>
          </p:nvPr>
        </p:nvSpPr>
        <p:spPr>
          <a:xfrm>
            <a:off x="839781" y="1080000"/>
            <a:ext cx="10385700" cy="5392500"/>
          </a:xfrm>
          <a:prstGeom prst="rect">
            <a:avLst/>
          </a:prstGeom>
          <a:noFill/>
          <a:ln>
            <a:noFill/>
          </a:ln>
        </p:spPr>
        <p:txBody>
          <a:bodyPr anchorCtr="0" anchor="t" bIns="18000" lIns="18000" spcFirstLastPara="1" rIns="18000" wrap="square" tIns="18000">
            <a:noAutofit/>
          </a:bodyPr>
          <a:lstStyle>
            <a:lvl1pPr indent="-317500" lvl="0" marL="457200" algn="l">
              <a:lnSpc>
                <a:spcPct val="115000"/>
              </a:lnSpc>
              <a:spcBef>
                <a:spcPts val="0"/>
              </a:spcBef>
              <a:spcAft>
                <a:spcPts val="0"/>
              </a:spcAft>
              <a:buSzPts val="1400"/>
              <a:buChar char="\"/>
              <a:defRPr>
                <a:latin typeface="Inter"/>
                <a:ea typeface="Inter"/>
                <a:cs typeface="Inter"/>
                <a:sym typeface="Inter"/>
              </a:defRPr>
            </a:lvl1pPr>
            <a:lvl2pPr indent="-304800" lvl="1" marL="914400" algn="l">
              <a:lnSpc>
                <a:spcPct val="115000"/>
              </a:lnSpc>
              <a:spcBef>
                <a:spcPts val="0"/>
              </a:spcBef>
              <a:spcAft>
                <a:spcPts val="0"/>
              </a:spcAft>
              <a:buSzPts val="1200"/>
              <a:buChar char="●"/>
              <a:defRPr/>
            </a:lvl2pPr>
            <a:lvl3pPr indent="-298450" lvl="2" marL="1371600" algn="l">
              <a:lnSpc>
                <a:spcPct val="115000"/>
              </a:lnSpc>
              <a:spcBef>
                <a:spcPts val="0"/>
              </a:spcBef>
              <a:spcAft>
                <a:spcPts val="0"/>
              </a:spcAft>
              <a:buSzPts val="11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extLst>
    <p:ext uri="{DCECCB84-F9BA-43D5-87BE-67443E8EF086}">
      <p15:sldGuideLst>
        <p15:guide id="1" pos="401">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13" name="Shape 213"/>
        <p:cNvGrpSpPr/>
        <p:nvPr/>
      </p:nvGrpSpPr>
      <p:grpSpPr>
        <a:xfrm>
          <a:off x="0" y="0"/>
          <a:ext cx="0" cy="0"/>
          <a:chOff x="0" y="0"/>
          <a:chExt cx="0" cy="0"/>
        </a:xfrm>
      </p:grpSpPr>
      <p:sp>
        <p:nvSpPr>
          <p:cNvPr id="214" name="Google Shape;214;p21"/>
          <p:cNvSpPr/>
          <p:nvPr/>
        </p:nvSpPr>
        <p:spPr>
          <a:xfrm>
            <a:off x="0" y="0"/>
            <a:ext cx="12188700" cy="6858000"/>
          </a:xfrm>
          <a:prstGeom prst="rect">
            <a:avLst/>
          </a:prstGeom>
          <a:solidFill>
            <a:srgbClr val="F7F7F7"/>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215" name="Google Shape;215;p21"/>
          <p:cNvSpPr/>
          <p:nvPr/>
        </p:nvSpPr>
        <p:spPr>
          <a:xfrm>
            <a:off x="0" y="0"/>
            <a:ext cx="12188700" cy="6858000"/>
          </a:xfrm>
          <a:prstGeom prst="rect">
            <a:avLst/>
          </a:prstGeom>
          <a:solidFill>
            <a:srgbClr val="FFFFFF"/>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216" name="Shape 216"/>
        <p:cNvGrpSpPr/>
        <p:nvPr/>
      </p:nvGrpSpPr>
      <p:grpSpPr>
        <a:xfrm>
          <a:off x="0" y="0"/>
          <a:ext cx="0" cy="0"/>
          <a:chOff x="0" y="0"/>
          <a:chExt cx="0" cy="0"/>
        </a:xfrm>
      </p:grpSpPr>
      <p:sp>
        <p:nvSpPr>
          <p:cNvPr id="217" name="Google Shape;217;p22"/>
          <p:cNvSpPr/>
          <p:nvPr/>
        </p:nvSpPr>
        <p:spPr>
          <a:xfrm>
            <a:off x="0" y="0"/>
            <a:ext cx="12188700" cy="6858000"/>
          </a:xfrm>
          <a:prstGeom prst="rect">
            <a:avLst/>
          </a:prstGeom>
          <a:solidFill>
            <a:srgbClr val="F7F7F7"/>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218" name="Google Shape;218;p22"/>
          <p:cNvSpPr/>
          <p:nvPr/>
        </p:nvSpPr>
        <p:spPr>
          <a:xfrm>
            <a:off x="0" y="0"/>
            <a:ext cx="12188700" cy="6858000"/>
          </a:xfrm>
          <a:prstGeom prst="rect">
            <a:avLst/>
          </a:prstGeom>
          <a:solidFill>
            <a:srgbClr val="FFFFFF"/>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219" name="Shape 219"/>
        <p:cNvGrpSpPr/>
        <p:nvPr/>
      </p:nvGrpSpPr>
      <p:grpSpPr>
        <a:xfrm>
          <a:off x="0" y="0"/>
          <a:ext cx="0" cy="0"/>
          <a:chOff x="0" y="0"/>
          <a:chExt cx="0" cy="0"/>
        </a:xfrm>
      </p:grpSpPr>
      <p:sp>
        <p:nvSpPr>
          <p:cNvPr id="220" name="Google Shape;220;p23"/>
          <p:cNvSpPr/>
          <p:nvPr/>
        </p:nvSpPr>
        <p:spPr>
          <a:xfrm>
            <a:off x="0" y="0"/>
            <a:ext cx="12188700" cy="6858000"/>
          </a:xfrm>
          <a:prstGeom prst="rect">
            <a:avLst/>
          </a:prstGeom>
          <a:solidFill>
            <a:srgbClr val="F7F7F7"/>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221" name="Google Shape;221;p23"/>
          <p:cNvSpPr/>
          <p:nvPr/>
        </p:nvSpPr>
        <p:spPr>
          <a:xfrm>
            <a:off x="0" y="0"/>
            <a:ext cx="12188700" cy="6858000"/>
          </a:xfrm>
          <a:prstGeom prst="rect">
            <a:avLst/>
          </a:prstGeom>
          <a:solidFill>
            <a:srgbClr val="FFFFFF"/>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222" name="Shape 222"/>
        <p:cNvGrpSpPr/>
        <p:nvPr/>
      </p:nvGrpSpPr>
      <p:grpSpPr>
        <a:xfrm>
          <a:off x="0" y="0"/>
          <a:ext cx="0" cy="0"/>
          <a:chOff x="0" y="0"/>
          <a:chExt cx="0" cy="0"/>
        </a:xfrm>
      </p:grpSpPr>
      <p:sp>
        <p:nvSpPr>
          <p:cNvPr id="223" name="Google Shape;223;p24"/>
          <p:cNvSpPr/>
          <p:nvPr/>
        </p:nvSpPr>
        <p:spPr>
          <a:xfrm>
            <a:off x="0" y="0"/>
            <a:ext cx="12188700" cy="6858000"/>
          </a:xfrm>
          <a:prstGeom prst="rect">
            <a:avLst/>
          </a:prstGeom>
          <a:solidFill>
            <a:srgbClr val="F7F7F7"/>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224" name="Google Shape;224;p24"/>
          <p:cNvSpPr/>
          <p:nvPr/>
        </p:nvSpPr>
        <p:spPr>
          <a:xfrm>
            <a:off x="0" y="0"/>
            <a:ext cx="12188700" cy="6858000"/>
          </a:xfrm>
          <a:prstGeom prst="rect">
            <a:avLst/>
          </a:prstGeom>
          <a:solidFill>
            <a:srgbClr val="FFFFFF"/>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225" name="Shape 225"/>
        <p:cNvGrpSpPr/>
        <p:nvPr/>
      </p:nvGrpSpPr>
      <p:grpSpPr>
        <a:xfrm>
          <a:off x="0" y="0"/>
          <a:ext cx="0" cy="0"/>
          <a:chOff x="0" y="0"/>
          <a:chExt cx="0" cy="0"/>
        </a:xfrm>
      </p:grpSpPr>
      <p:sp>
        <p:nvSpPr>
          <p:cNvPr id="226" name="Google Shape;226;p25"/>
          <p:cNvSpPr/>
          <p:nvPr/>
        </p:nvSpPr>
        <p:spPr>
          <a:xfrm>
            <a:off x="0" y="0"/>
            <a:ext cx="12188700" cy="6858000"/>
          </a:xfrm>
          <a:prstGeom prst="rect">
            <a:avLst/>
          </a:prstGeom>
          <a:solidFill>
            <a:srgbClr val="F7F7F7"/>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227" name="Google Shape;227;p25"/>
          <p:cNvSpPr/>
          <p:nvPr/>
        </p:nvSpPr>
        <p:spPr>
          <a:xfrm>
            <a:off x="0" y="0"/>
            <a:ext cx="12188700" cy="6858000"/>
          </a:xfrm>
          <a:prstGeom prst="rect">
            <a:avLst/>
          </a:prstGeom>
          <a:solidFill>
            <a:srgbClr val="FFFFFF"/>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2L + Sous-Titre 2">
  <p:cSld name="TITLE_ONLY_2">
    <p:spTree>
      <p:nvGrpSpPr>
        <p:cNvPr id="228" name="Shape 228"/>
        <p:cNvGrpSpPr/>
        <p:nvPr/>
      </p:nvGrpSpPr>
      <p:grpSpPr>
        <a:xfrm>
          <a:off x="0" y="0"/>
          <a:ext cx="0" cy="0"/>
          <a:chOff x="0" y="0"/>
          <a:chExt cx="0" cy="0"/>
        </a:xfrm>
      </p:grpSpPr>
      <p:sp>
        <p:nvSpPr>
          <p:cNvPr id="229" name="Google Shape;229;p26"/>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Font typeface="Montserrat"/>
              <a:buNone/>
              <a:defRPr b="1" sz="2700">
                <a:latin typeface="Montserrat"/>
                <a:ea typeface="Montserrat"/>
                <a:cs typeface="Montserrat"/>
                <a:sym typeface="Montserrat"/>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0" name="Google Shape;230;p26"/>
          <p:cNvSpPr/>
          <p:nvPr/>
        </p:nvSpPr>
        <p:spPr>
          <a:xfrm>
            <a:off x="942820" y="1353729"/>
            <a:ext cx="656601" cy="0"/>
          </a:xfrm>
          <a:custGeom>
            <a:rect b="b" l="l" r="r" t="t"/>
            <a:pathLst>
              <a:path extrusionOk="0" h="120000" w="492759">
                <a:moveTo>
                  <a:pt x="492480" y="0"/>
                </a:moveTo>
                <a:lnTo>
                  <a:pt x="0" y="0"/>
                </a:lnTo>
              </a:path>
            </a:pathLst>
          </a:custGeom>
          <a:noFill/>
          <a:ln cap="flat" cmpd="sng" w="12700">
            <a:solidFill>
              <a:srgbClr val="E519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1" name="Google Shape;231;p26"/>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2L + Sous-Titre 2 1">
  <p:cSld name="TITLE_ONLY_2_1">
    <p:spTree>
      <p:nvGrpSpPr>
        <p:cNvPr id="232" name="Shape 232"/>
        <p:cNvGrpSpPr/>
        <p:nvPr/>
      </p:nvGrpSpPr>
      <p:grpSpPr>
        <a:xfrm>
          <a:off x="0" y="0"/>
          <a:ext cx="0" cy="0"/>
          <a:chOff x="0" y="0"/>
          <a:chExt cx="0" cy="0"/>
        </a:xfrm>
      </p:grpSpPr>
      <p:sp>
        <p:nvSpPr>
          <p:cNvPr id="233" name="Google Shape;233;p27"/>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None/>
              <a:defRPr sz="27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4" name="Google Shape;234;p27"/>
          <p:cNvSpPr/>
          <p:nvPr/>
        </p:nvSpPr>
        <p:spPr>
          <a:xfrm>
            <a:off x="942820" y="1353729"/>
            <a:ext cx="656601" cy="0"/>
          </a:xfrm>
          <a:custGeom>
            <a:rect b="b" l="l" r="r" t="t"/>
            <a:pathLst>
              <a:path extrusionOk="0" h="120000" w="492759">
                <a:moveTo>
                  <a:pt x="492480" y="0"/>
                </a:moveTo>
                <a:lnTo>
                  <a:pt x="0" y="0"/>
                </a:lnTo>
              </a:path>
            </a:pathLst>
          </a:custGeom>
          <a:noFill/>
          <a:ln cap="flat" cmpd="sng" w="12700">
            <a:solidFill>
              <a:schemeClr val="accent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5" name="Google Shape;235;p27"/>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s - Titre + Sous-Titre 1 1">
  <p:cSld name="TITLE_ONLY_1_1">
    <p:spTree>
      <p:nvGrpSpPr>
        <p:cNvPr id="236" name="Shape 236"/>
        <p:cNvGrpSpPr/>
        <p:nvPr/>
      </p:nvGrpSpPr>
      <p:grpSpPr>
        <a:xfrm>
          <a:off x="0" y="0"/>
          <a:ext cx="0" cy="0"/>
          <a:chOff x="0" y="0"/>
          <a:chExt cx="0" cy="0"/>
        </a:xfrm>
      </p:grpSpPr>
      <p:sp>
        <p:nvSpPr>
          <p:cNvPr id="237" name="Google Shape;237;p28"/>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lvl1pPr lvl="0">
              <a:spcBef>
                <a:spcPts val="0"/>
              </a:spcBef>
              <a:spcAft>
                <a:spcPts val="0"/>
              </a:spcAft>
              <a:buSzPts val="2700"/>
              <a:buFont typeface="Montserrat"/>
              <a:buNone/>
              <a:defRPr b="1" sz="2700">
                <a:latin typeface="Montserrat"/>
                <a:ea typeface="Montserrat"/>
                <a:cs typeface="Montserrat"/>
                <a:sym typeface="Montserrat"/>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8" name="Google Shape;238;p28"/>
          <p:cNvSpPr/>
          <p:nvPr/>
        </p:nvSpPr>
        <p:spPr>
          <a:xfrm>
            <a:off x="942820" y="947329"/>
            <a:ext cx="656601" cy="0"/>
          </a:xfrm>
          <a:custGeom>
            <a:rect b="b" l="l" r="r" t="t"/>
            <a:pathLst>
              <a:path extrusionOk="0" h="120000" w="492759">
                <a:moveTo>
                  <a:pt x="492480" y="0"/>
                </a:moveTo>
                <a:lnTo>
                  <a:pt x="0" y="0"/>
                </a:lnTo>
              </a:path>
            </a:pathLst>
          </a:custGeom>
          <a:noFill/>
          <a:ln cap="flat" cmpd="sng" w="12700">
            <a:solidFill>
              <a:srgbClr val="E519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9" name="Google Shape;239;p28"/>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SzPts val="1600"/>
              <a:buNone/>
              <a:defRPr/>
            </a:lvl2pPr>
            <a:lvl3pPr lvl="2">
              <a:spcBef>
                <a:spcPts val="0"/>
              </a:spcBef>
              <a:spcAft>
                <a:spcPts val="0"/>
              </a:spcAft>
              <a:buSzPts val="15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Tree>
  </p:cSld>
  <p:clrMapOvr>
    <a:masterClrMapping/>
  </p:clrMapOvr>
  <p:extLst>
    <p:ext uri="{DCECCB84-F9BA-43D5-87BE-67443E8EF086}">
      <p15:sldGuideLst>
        <p15:guide id="1" pos="529">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1">
  <p:cSld name="OBJECT_5">
    <p:spTree>
      <p:nvGrpSpPr>
        <p:cNvPr id="240" name="Shape 240"/>
        <p:cNvGrpSpPr/>
        <p:nvPr/>
      </p:nvGrpSpPr>
      <p:grpSpPr>
        <a:xfrm>
          <a:off x="0" y="0"/>
          <a:ext cx="0" cy="0"/>
          <a:chOff x="0" y="0"/>
          <a:chExt cx="0" cy="0"/>
        </a:xfrm>
      </p:grpSpPr>
      <p:sp>
        <p:nvSpPr>
          <p:cNvPr id="241" name="Google Shape;241;p29"/>
          <p:cNvSpPr txBox="1"/>
          <p:nvPr>
            <p:ph idx="12" type="sldNum"/>
          </p:nvPr>
        </p:nvSpPr>
        <p:spPr>
          <a:xfrm>
            <a:off x="126767" y="6460065"/>
            <a:ext cx="266700" cy="169200"/>
          </a:xfrm>
          <a:prstGeom prst="rect">
            <a:avLst/>
          </a:prstGeom>
          <a:noFill/>
          <a:ln>
            <a:noFill/>
          </a:ln>
        </p:spPr>
        <p:txBody>
          <a:bodyPr anchorCtr="0" anchor="t" bIns="0" lIns="0" spcFirstLastPara="1" rIns="0" wrap="square" tIns="0">
            <a:spAutoFit/>
          </a:bodyPr>
          <a:lstStyle>
            <a:lvl1pPr indent="0" lvl="0"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1pPr>
            <a:lvl2pPr indent="0" lvl="1"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2pPr>
            <a:lvl3pPr indent="0" lvl="2"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3pPr>
            <a:lvl4pPr indent="0" lvl="3"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4pPr>
            <a:lvl5pPr indent="0" lvl="4"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5pPr>
            <a:lvl6pPr indent="0" lvl="5"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6pPr>
            <a:lvl7pPr indent="0" lvl="6"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7pPr>
            <a:lvl8pPr indent="0" lvl="7"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8pPr>
            <a:lvl9pPr indent="0" lvl="8"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9pPr>
          </a:lstStyle>
          <a:p>
            <a:pPr indent="0" lvl="0" marL="508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9" name="Shape 249"/>
        <p:cNvGrpSpPr/>
        <p:nvPr/>
      </p:nvGrpSpPr>
      <p:grpSpPr>
        <a:xfrm>
          <a:off x="0" y="0"/>
          <a:ext cx="0" cy="0"/>
          <a:chOff x="0" y="0"/>
          <a:chExt cx="0" cy="0"/>
        </a:xfrm>
      </p:grpSpPr>
      <p:sp>
        <p:nvSpPr>
          <p:cNvPr id="250" name="Google Shape;250;p31"/>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31"/>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31"/>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53" name="Google Shape;253;p31"/>
          <p:cNvPicPr preferRelativeResize="0"/>
          <p:nvPr/>
        </p:nvPicPr>
        <p:blipFill rotWithShape="1">
          <a:blip r:embed="rId2">
            <a:alphaModFix/>
          </a:blip>
          <a:srcRect b="23643" l="3691" r="3802" t="20224"/>
          <a:stretch/>
        </p:blipFill>
        <p:spPr>
          <a:xfrm>
            <a:off x="10140634" y="6492875"/>
            <a:ext cx="2048193" cy="36512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4" name="Shape 254"/>
        <p:cNvGrpSpPr/>
        <p:nvPr/>
      </p:nvGrpSpPr>
      <p:grpSpPr>
        <a:xfrm>
          <a:off x="0" y="0"/>
          <a:ext cx="0" cy="0"/>
          <a:chOff x="0" y="0"/>
          <a:chExt cx="0" cy="0"/>
        </a:xfrm>
      </p:grpSpPr>
      <p:sp>
        <p:nvSpPr>
          <p:cNvPr id="255" name="Google Shape;255;p32"/>
          <p:cNvSpPr txBox="1"/>
          <p:nvPr>
            <p:ph type="ctrTitle"/>
          </p:nvPr>
        </p:nvSpPr>
        <p:spPr>
          <a:xfrm>
            <a:off x="685621" y="2130425"/>
            <a:ext cx="77703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32"/>
          <p:cNvSpPr txBox="1"/>
          <p:nvPr>
            <p:ph idx="1" type="subTitle"/>
          </p:nvPr>
        </p:nvSpPr>
        <p:spPr>
          <a:xfrm>
            <a:off x="1371243" y="3886200"/>
            <a:ext cx="63990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7" name="Google Shape;257;p32"/>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32"/>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32"/>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0" name="Shape 260"/>
        <p:cNvGrpSpPr/>
        <p:nvPr/>
      </p:nvGrpSpPr>
      <p:grpSpPr>
        <a:xfrm>
          <a:off x="0" y="0"/>
          <a:ext cx="0" cy="0"/>
          <a:chOff x="0" y="0"/>
          <a:chExt cx="0" cy="0"/>
        </a:xfrm>
      </p:grpSpPr>
      <p:sp>
        <p:nvSpPr>
          <p:cNvPr id="261" name="Google Shape;261;p33"/>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33"/>
          <p:cNvSpPr txBox="1"/>
          <p:nvPr>
            <p:ph idx="1" type="body"/>
          </p:nvPr>
        </p:nvSpPr>
        <p:spPr>
          <a:xfrm>
            <a:off x="457081" y="1600200"/>
            <a:ext cx="82275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3" name="Google Shape;263;p33"/>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33"/>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33"/>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6" name="Shape 266"/>
        <p:cNvGrpSpPr/>
        <p:nvPr/>
      </p:nvGrpSpPr>
      <p:grpSpPr>
        <a:xfrm>
          <a:off x="0" y="0"/>
          <a:ext cx="0" cy="0"/>
          <a:chOff x="0" y="0"/>
          <a:chExt cx="0" cy="0"/>
        </a:xfrm>
      </p:grpSpPr>
      <p:sp>
        <p:nvSpPr>
          <p:cNvPr id="267" name="Google Shape;267;p34"/>
          <p:cNvSpPr txBox="1"/>
          <p:nvPr>
            <p:ph type="title"/>
          </p:nvPr>
        </p:nvSpPr>
        <p:spPr>
          <a:xfrm>
            <a:off x="722125" y="4406900"/>
            <a:ext cx="77703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34"/>
          <p:cNvSpPr txBox="1"/>
          <p:nvPr>
            <p:ph idx="1" type="body"/>
          </p:nvPr>
        </p:nvSpPr>
        <p:spPr>
          <a:xfrm>
            <a:off x="722125" y="2906713"/>
            <a:ext cx="77703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9" name="Google Shape;269;p34"/>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34"/>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34"/>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2" name="Shape 272"/>
        <p:cNvGrpSpPr/>
        <p:nvPr/>
      </p:nvGrpSpPr>
      <p:grpSpPr>
        <a:xfrm>
          <a:off x="0" y="0"/>
          <a:ext cx="0" cy="0"/>
          <a:chOff x="0" y="0"/>
          <a:chExt cx="0" cy="0"/>
        </a:xfrm>
      </p:grpSpPr>
      <p:sp>
        <p:nvSpPr>
          <p:cNvPr id="273" name="Google Shape;273;p35"/>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35"/>
          <p:cNvSpPr txBox="1"/>
          <p:nvPr>
            <p:ph idx="1" type="body"/>
          </p:nvPr>
        </p:nvSpPr>
        <p:spPr>
          <a:xfrm>
            <a:off x="457081" y="1600200"/>
            <a:ext cx="40374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5" name="Google Shape;275;p35"/>
          <p:cNvSpPr txBox="1"/>
          <p:nvPr>
            <p:ph idx="2" type="body"/>
          </p:nvPr>
        </p:nvSpPr>
        <p:spPr>
          <a:xfrm>
            <a:off x="4646990" y="1600200"/>
            <a:ext cx="40374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6" name="Google Shape;276;p35"/>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35"/>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35"/>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9" name="Shape 279"/>
        <p:cNvGrpSpPr/>
        <p:nvPr/>
      </p:nvGrpSpPr>
      <p:grpSpPr>
        <a:xfrm>
          <a:off x="0" y="0"/>
          <a:ext cx="0" cy="0"/>
          <a:chOff x="0" y="0"/>
          <a:chExt cx="0" cy="0"/>
        </a:xfrm>
      </p:grpSpPr>
      <p:sp>
        <p:nvSpPr>
          <p:cNvPr id="280" name="Google Shape;280;p36"/>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36"/>
          <p:cNvSpPr txBox="1"/>
          <p:nvPr>
            <p:ph idx="1" type="body"/>
          </p:nvPr>
        </p:nvSpPr>
        <p:spPr>
          <a:xfrm>
            <a:off x="457081" y="1535113"/>
            <a:ext cx="4038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2" name="Google Shape;282;p36"/>
          <p:cNvSpPr txBox="1"/>
          <p:nvPr>
            <p:ph idx="2" type="body"/>
          </p:nvPr>
        </p:nvSpPr>
        <p:spPr>
          <a:xfrm>
            <a:off x="457081" y="2174875"/>
            <a:ext cx="4038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3" name="Google Shape;283;p36"/>
          <p:cNvSpPr txBox="1"/>
          <p:nvPr>
            <p:ph idx="3" type="body"/>
          </p:nvPr>
        </p:nvSpPr>
        <p:spPr>
          <a:xfrm>
            <a:off x="4643815" y="1535113"/>
            <a:ext cx="40407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4" name="Google Shape;284;p36"/>
          <p:cNvSpPr txBox="1"/>
          <p:nvPr>
            <p:ph idx="4" type="body"/>
          </p:nvPr>
        </p:nvSpPr>
        <p:spPr>
          <a:xfrm>
            <a:off x="4643815" y="2174875"/>
            <a:ext cx="40407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5" name="Google Shape;285;p36"/>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36"/>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36"/>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8" name="Shape 288"/>
        <p:cNvGrpSpPr/>
        <p:nvPr/>
      </p:nvGrpSpPr>
      <p:grpSpPr>
        <a:xfrm>
          <a:off x="0" y="0"/>
          <a:ext cx="0" cy="0"/>
          <a:chOff x="0" y="0"/>
          <a:chExt cx="0" cy="0"/>
        </a:xfrm>
      </p:grpSpPr>
      <p:sp>
        <p:nvSpPr>
          <p:cNvPr id="289" name="Google Shape;289;p37"/>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0" name="Google Shape;290;p37"/>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37"/>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37"/>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3" name="Shape 293"/>
        <p:cNvGrpSpPr/>
        <p:nvPr/>
      </p:nvGrpSpPr>
      <p:grpSpPr>
        <a:xfrm>
          <a:off x="0" y="0"/>
          <a:ext cx="0" cy="0"/>
          <a:chOff x="0" y="0"/>
          <a:chExt cx="0" cy="0"/>
        </a:xfrm>
      </p:grpSpPr>
      <p:sp>
        <p:nvSpPr>
          <p:cNvPr id="294" name="Google Shape;294;p38"/>
          <p:cNvSpPr txBox="1"/>
          <p:nvPr>
            <p:ph type="title"/>
          </p:nvPr>
        </p:nvSpPr>
        <p:spPr>
          <a:xfrm>
            <a:off x="457081" y="273050"/>
            <a:ext cx="30075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38"/>
          <p:cNvSpPr txBox="1"/>
          <p:nvPr>
            <p:ph idx="1" type="body"/>
          </p:nvPr>
        </p:nvSpPr>
        <p:spPr>
          <a:xfrm>
            <a:off x="3574119" y="273050"/>
            <a:ext cx="51105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96" name="Google Shape;296;p38"/>
          <p:cNvSpPr txBox="1"/>
          <p:nvPr>
            <p:ph idx="2" type="body"/>
          </p:nvPr>
        </p:nvSpPr>
        <p:spPr>
          <a:xfrm>
            <a:off x="457081" y="1435100"/>
            <a:ext cx="30075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97" name="Google Shape;297;p38"/>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38"/>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9" name="Google Shape;299;p38"/>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00" name="Shape 300"/>
        <p:cNvGrpSpPr/>
        <p:nvPr/>
      </p:nvGrpSpPr>
      <p:grpSpPr>
        <a:xfrm>
          <a:off x="0" y="0"/>
          <a:ext cx="0" cy="0"/>
          <a:chOff x="0" y="0"/>
          <a:chExt cx="0" cy="0"/>
        </a:xfrm>
      </p:grpSpPr>
      <p:sp>
        <p:nvSpPr>
          <p:cNvPr id="301" name="Google Shape;301;p39"/>
          <p:cNvSpPr txBox="1"/>
          <p:nvPr>
            <p:ph type="title"/>
          </p:nvPr>
        </p:nvSpPr>
        <p:spPr>
          <a:xfrm>
            <a:off x="1791821" y="4800600"/>
            <a:ext cx="54849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39"/>
          <p:cNvSpPr/>
          <p:nvPr>
            <p:ph idx="2" type="pic"/>
          </p:nvPr>
        </p:nvSpPr>
        <p:spPr>
          <a:xfrm>
            <a:off x="1791821" y="612775"/>
            <a:ext cx="5484900" cy="4114800"/>
          </a:xfrm>
          <a:prstGeom prst="rect">
            <a:avLst/>
          </a:prstGeom>
          <a:noFill/>
          <a:ln>
            <a:noFill/>
          </a:ln>
        </p:spPr>
      </p:sp>
      <p:sp>
        <p:nvSpPr>
          <p:cNvPr id="303" name="Google Shape;303;p39"/>
          <p:cNvSpPr txBox="1"/>
          <p:nvPr>
            <p:ph idx="1" type="body"/>
          </p:nvPr>
        </p:nvSpPr>
        <p:spPr>
          <a:xfrm>
            <a:off x="1791821" y="5367338"/>
            <a:ext cx="54849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4" name="Google Shape;304;p39"/>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39"/>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39"/>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7" name="Shape 307"/>
        <p:cNvGrpSpPr/>
        <p:nvPr/>
      </p:nvGrpSpPr>
      <p:grpSpPr>
        <a:xfrm>
          <a:off x="0" y="0"/>
          <a:ext cx="0" cy="0"/>
          <a:chOff x="0" y="0"/>
          <a:chExt cx="0" cy="0"/>
        </a:xfrm>
      </p:grpSpPr>
      <p:sp>
        <p:nvSpPr>
          <p:cNvPr id="308" name="Google Shape;308;p40"/>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40"/>
          <p:cNvSpPr txBox="1"/>
          <p:nvPr>
            <p:ph idx="1" type="body"/>
          </p:nvPr>
        </p:nvSpPr>
        <p:spPr>
          <a:xfrm rot="5400000">
            <a:off x="2307738" y="-250500"/>
            <a:ext cx="4526100" cy="8227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0" name="Google Shape;310;p40"/>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40"/>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40"/>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3" name="Shape 313"/>
        <p:cNvGrpSpPr/>
        <p:nvPr/>
      </p:nvGrpSpPr>
      <p:grpSpPr>
        <a:xfrm>
          <a:off x="0" y="0"/>
          <a:ext cx="0" cy="0"/>
          <a:chOff x="0" y="0"/>
          <a:chExt cx="0" cy="0"/>
        </a:xfrm>
      </p:grpSpPr>
      <p:sp>
        <p:nvSpPr>
          <p:cNvPr id="314" name="Google Shape;314;p41"/>
          <p:cNvSpPr txBox="1"/>
          <p:nvPr>
            <p:ph type="title"/>
          </p:nvPr>
        </p:nvSpPr>
        <p:spPr>
          <a:xfrm rot="5400000">
            <a:off x="4730388" y="2171988"/>
            <a:ext cx="5851500" cy="2056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5" name="Google Shape;315;p41"/>
          <p:cNvSpPr txBox="1"/>
          <p:nvPr>
            <p:ph idx="1" type="body"/>
          </p:nvPr>
        </p:nvSpPr>
        <p:spPr>
          <a:xfrm rot="5400000">
            <a:off x="540413" y="191238"/>
            <a:ext cx="5851500" cy="60183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6" name="Google Shape;316;p41"/>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41"/>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41"/>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2" showMasterSp="0">
  <p:cSld name="Title and Content">
    <p:bg>
      <p:bgPr>
        <a:solidFill>
          <a:schemeClr val="lt1"/>
        </a:solidFill>
      </p:bgPr>
    </p:bg>
    <p:spTree>
      <p:nvGrpSpPr>
        <p:cNvPr id="319" name="Shape 319"/>
        <p:cNvGrpSpPr/>
        <p:nvPr/>
      </p:nvGrpSpPr>
      <p:grpSpPr>
        <a:xfrm>
          <a:off x="0" y="0"/>
          <a:ext cx="0" cy="0"/>
          <a:chOff x="0" y="0"/>
          <a:chExt cx="0" cy="0"/>
        </a:xfrm>
      </p:grpSpPr>
      <p:sp>
        <p:nvSpPr>
          <p:cNvPr id="320" name="Google Shape;320;p42"/>
          <p:cNvSpPr/>
          <p:nvPr/>
        </p:nvSpPr>
        <p:spPr>
          <a:xfrm>
            <a:off x="0" y="0"/>
            <a:ext cx="559296" cy="6854560"/>
          </a:xfrm>
          <a:custGeom>
            <a:rect b="b" l="l" r="r" t="t"/>
            <a:pathLst>
              <a:path extrusionOk="0" h="5144135" w="419734">
                <a:moveTo>
                  <a:pt x="419404" y="0"/>
                </a:moveTo>
                <a:lnTo>
                  <a:pt x="0" y="0"/>
                </a:lnTo>
                <a:lnTo>
                  <a:pt x="0" y="5143677"/>
                </a:lnTo>
                <a:lnTo>
                  <a:pt x="419404" y="5143677"/>
                </a:lnTo>
                <a:lnTo>
                  <a:pt x="419404"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1" name="Google Shape;321;p42"/>
          <p:cNvSpPr/>
          <p:nvPr/>
        </p:nvSpPr>
        <p:spPr>
          <a:xfrm>
            <a:off x="11486924" y="6494764"/>
            <a:ext cx="85459" cy="115921"/>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2" name="Google Shape;322;p42"/>
          <p:cNvSpPr/>
          <p:nvPr/>
        </p:nvSpPr>
        <p:spPr>
          <a:xfrm>
            <a:off x="11960151" y="6494764"/>
            <a:ext cx="85459" cy="115921"/>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3" name="Google Shape;323;p42"/>
          <p:cNvSpPr/>
          <p:nvPr/>
        </p:nvSpPr>
        <p:spPr>
          <a:xfrm>
            <a:off x="11584869" y="6495566"/>
            <a:ext cx="114229" cy="117612"/>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56"/>
                </a:lnTo>
                <a:lnTo>
                  <a:pt x="85699" y="86156"/>
                </a:lnTo>
                <a:lnTo>
                  <a:pt x="85699"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4" name="Google Shape;324;p42"/>
          <p:cNvSpPr/>
          <p:nvPr/>
        </p:nvSpPr>
        <p:spPr>
          <a:xfrm>
            <a:off x="11716101" y="6493096"/>
            <a:ext cx="229302" cy="120152"/>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8011"/>
                </a:lnTo>
                <a:lnTo>
                  <a:pt x="74980" y="88011"/>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5" name="Google Shape;325;p42"/>
          <p:cNvSpPr/>
          <p:nvPr/>
        </p:nvSpPr>
        <p:spPr>
          <a:xfrm>
            <a:off x="11244111" y="6494815"/>
            <a:ext cx="225919" cy="117612"/>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6" name="Google Shape;326;p42"/>
          <p:cNvSpPr/>
          <p:nvPr/>
        </p:nvSpPr>
        <p:spPr>
          <a:xfrm>
            <a:off x="0" y="6819101"/>
            <a:ext cx="12184380" cy="31307"/>
          </a:xfrm>
          <a:custGeom>
            <a:rect b="b" l="l" r="r" t="t"/>
            <a:pathLst>
              <a:path extrusionOk="0" h="23495" w="9144000">
                <a:moveTo>
                  <a:pt x="9144000" y="0"/>
                </a:moveTo>
                <a:lnTo>
                  <a:pt x="0" y="0"/>
                </a:lnTo>
                <a:lnTo>
                  <a:pt x="0" y="23037"/>
                </a:lnTo>
                <a:lnTo>
                  <a:pt x="9144000" y="23037"/>
                </a:lnTo>
                <a:lnTo>
                  <a:pt x="9144000" y="0"/>
                </a:lnTo>
                <a:close/>
              </a:path>
            </a:pathLst>
          </a:custGeom>
          <a:solidFill>
            <a:srgbClr val="E5195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7" name="Google Shape;327;p42"/>
          <p:cNvSpPr txBox="1"/>
          <p:nvPr>
            <p:ph type="title"/>
          </p:nvPr>
        </p:nvSpPr>
        <p:spPr>
          <a:xfrm>
            <a:off x="1574655" y="1353617"/>
            <a:ext cx="1664100" cy="602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900"/>
              <a:buNone/>
              <a:defRPr b="0" i="0" sz="3700">
                <a:solidFill>
                  <a:srgbClr val="000E1D"/>
                </a:solidFill>
                <a:latin typeface="Arial Black"/>
                <a:ea typeface="Arial Black"/>
                <a:cs typeface="Arial Black"/>
                <a:sym typeface="Arial Black"/>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328" name="Google Shape;328;p42"/>
          <p:cNvSpPr txBox="1"/>
          <p:nvPr>
            <p:ph idx="1" type="body"/>
          </p:nvPr>
        </p:nvSpPr>
        <p:spPr>
          <a:xfrm>
            <a:off x="959751" y="1198500"/>
            <a:ext cx="10989300" cy="1926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900"/>
              <a:buNone/>
              <a:defRPr b="0" i="0">
                <a:solidFill>
                  <a:schemeClr val="dk1"/>
                </a:solidFill>
              </a:defRPr>
            </a:lvl1pPr>
            <a:lvl2pPr indent="-228600" lvl="1" marL="914400" algn="l">
              <a:lnSpc>
                <a:spcPct val="100000"/>
              </a:lnSpc>
              <a:spcBef>
                <a:spcPts val="0"/>
              </a:spcBef>
              <a:spcAft>
                <a:spcPts val="0"/>
              </a:spcAft>
              <a:buSzPts val="1900"/>
              <a:buNone/>
              <a:defRPr/>
            </a:lvl2pPr>
            <a:lvl3pPr indent="-228600" lvl="2" marL="1371600" algn="l">
              <a:lnSpc>
                <a:spcPct val="100000"/>
              </a:lnSpc>
              <a:spcBef>
                <a:spcPts val="0"/>
              </a:spcBef>
              <a:spcAft>
                <a:spcPts val="0"/>
              </a:spcAft>
              <a:buSzPts val="1900"/>
              <a:buNone/>
              <a:defRPr/>
            </a:lvl3pPr>
            <a:lvl4pPr indent="-228600" lvl="3" marL="1828800" algn="l">
              <a:lnSpc>
                <a:spcPct val="100000"/>
              </a:lnSpc>
              <a:spcBef>
                <a:spcPts val="0"/>
              </a:spcBef>
              <a:spcAft>
                <a:spcPts val="0"/>
              </a:spcAft>
              <a:buSzPts val="1900"/>
              <a:buNone/>
              <a:defRPr/>
            </a:lvl4pPr>
            <a:lvl5pPr indent="-228600" lvl="4" marL="2286000" algn="l">
              <a:lnSpc>
                <a:spcPct val="100000"/>
              </a:lnSpc>
              <a:spcBef>
                <a:spcPts val="0"/>
              </a:spcBef>
              <a:spcAft>
                <a:spcPts val="0"/>
              </a:spcAft>
              <a:buSzPts val="1900"/>
              <a:buNone/>
              <a:defRPr/>
            </a:lvl5pPr>
            <a:lvl6pPr indent="-228600" lvl="5" marL="2743200" algn="l">
              <a:lnSpc>
                <a:spcPct val="100000"/>
              </a:lnSpc>
              <a:spcBef>
                <a:spcPts val="0"/>
              </a:spcBef>
              <a:spcAft>
                <a:spcPts val="0"/>
              </a:spcAft>
              <a:buSzPts val="1900"/>
              <a:buNone/>
              <a:defRPr/>
            </a:lvl6pPr>
            <a:lvl7pPr indent="-228600" lvl="6" marL="3200400" algn="l">
              <a:lnSpc>
                <a:spcPct val="100000"/>
              </a:lnSpc>
              <a:spcBef>
                <a:spcPts val="0"/>
              </a:spcBef>
              <a:spcAft>
                <a:spcPts val="0"/>
              </a:spcAft>
              <a:buSzPts val="1900"/>
              <a:buNone/>
              <a:defRPr/>
            </a:lvl7pPr>
            <a:lvl8pPr indent="-228600" lvl="7" marL="3657600" algn="l">
              <a:lnSpc>
                <a:spcPct val="100000"/>
              </a:lnSpc>
              <a:spcBef>
                <a:spcPts val="0"/>
              </a:spcBef>
              <a:spcAft>
                <a:spcPts val="0"/>
              </a:spcAft>
              <a:buSzPts val="1900"/>
              <a:buNone/>
              <a:defRPr/>
            </a:lvl8pPr>
            <a:lvl9pPr indent="-228600" lvl="8" marL="4114800" algn="l">
              <a:lnSpc>
                <a:spcPct val="100000"/>
              </a:lnSpc>
              <a:spcBef>
                <a:spcPts val="0"/>
              </a:spcBef>
              <a:spcAft>
                <a:spcPts val="0"/>
              </a:spcAft>
              <a:buSzPts val="1900"/>
              <a:buNone/>
              <a:defRPr/>
            </a:lvl9pPr>
          </a:lstStyle>
          <a:p/>
        </p:txBody>
      </p:sp>
      <p:sp>
        <p:nvSpPr>
          <p:cNvPr id="329" name="Google Shape;329;p42"/>
          <p:cNvSpPr txBox="1"/>
          <p:nvPr>
            <p:ph idx="11" type="ftr"/>
          </p:nvPr>
        </p:nvSpPr>
        <p:spPr>
          <a:xfrm>
            <a:off x="4144200" y="6377939"/>
            <a:ext cx="39006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900"/>
              <a:buNone/>
              <a:defRPr>
                <a:solidFill>
                  <a:srgbClr val="888888"/>
                </a:solidFil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330" name="Google Shape;330;p42"/>
          <p:cNvSpPr txBox="1"/>
          <p:nvPr>
            <p:ph idx="10" type="dt"/>
          </p:nvPr>
        </p:nvSpPr>
        <p:spPr>
          <a:xfrm>
            <a:off x="609441" y="6377939"/>
            <a:ext cx="28035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900"/>
              <a:buNone/>
              <a:defRPr>
                <a:solidFill>
                  <a:srgbClr val="888888"/>
                </a:solidFil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331" name="Google Shape;331;p42"/>
          <p:cNvSpPr txBox="1"/>
          <p:nvPr>
            <p:ph idx="12" type="sldNum"/>
          </p:nvPr>
        </p:nvSpPr>
        <p:spPr>
          <a:xfrm>
            <a:off x="126767" y="6460065"/>
            <a:ext cx="266700" cy="169200"/>
          </a:xfrm>
          <a:prstGeom prst="rect">
            <a:avLst/>
          </a:prstGeom>
          <a:noFill/>
          <a:ln>
            <a:noFill/>
          </a:ln>
        </p:spPr>
        <p:txBody>
          <a:bodyPr anchorCtr="0" anchor="t" bIns="0" lIns="0" spcFirstLastPara="1" rIns="0" wrap="square" tIns="0">
            <a:spAutoFit/>
          </a:bodyPr>
          <a:lstStyle>
            <a:lvl1pPr indent="0" lvl="0"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1pPr>
            <a:lvl2pPr indent="0" lvl="1"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2pPr>
            <a:lvl3pPr indent="0" lvl="2"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3pPr>
            <a:lvl4pPr indent="0" lvl="3"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4pPr>
            <a:lvl5pPr indent="0" lvl="4"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5pPr>
            <a:lvl6pPr indent="0" lvl="5"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6pPr>
            <a:lvl7pPr indent="0" lvl="6"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7pPr>
            <a:lvl8pPr indent="0" lvl="7"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8pPr>
            <a:lvl9pPr indent="0" lvl="8" marL="50800" marR="0" algn="l">
              <a:lnSpc>
                <a:spcPct val="100000"/>
              </a:lnSpc>
              <a:spcBef>
                <a:spcPts val="0"/>
              </a:spcBef>
              <a:spcAft>
                <a:spcPts val="0"/>
              </a:spcAft>
              <a:buClr>
                <a:srgbClr val="000000"/>
              </a:buClr>
              <a:buSzPts val="1100"/>
              <a:buFont typeface="Arial"/>
              <a:buNone/>
              <a:defRPr b="0" i="0" sz="1100" u="none" cap="none" strike="noStrike">
                <a:solidFill>
                  <a:schemeClr val="lt1"/>
                </a:solidFill>
                <a:latin typeface="Verdana"/>
                <a:ea typeface="Verdana"/>
                <a:cs typeface="Verdana"/>
                <a:sym typeface="Verdana"/>
              </a:defRPr>
            </a:lvl9pPr>
          </a:lstStyle>
          <a:p>
            <a:pPr indent="0" lvl="0" marL="508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theme" Target="../theme/theme1.xml"/><Relationship Id="rId12"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9781" y="364900"/>
            <a:ext cx="11357700" cy="302700"/>
          </a:xfrm>
          <a:prstGeom prst="rect">
            <a:avLst/>
          </a:prstGeom>
          <a:noFill/>
          <a:ln>
            <a:noFill/>
          </a:ln>
        </p:spPr>
        <p:txBody>
          <a:bodyPr anchorCtr="0" anchor="t" bIns="24000" lIns="24000" spcFirstLastPara="1" rIns="24000" wrap="square" tIns="24000">
            <a:noAutofit/>
          </a:bodyPr>
          <a:lstStyle>
            <a:lvl1pPr lvl="0">
              <a:spcBef>
                <a:spcPts val="0"/>
              </a:spcBef>
              <a:spcAft>
                <a:spcPts val="0"/>
              </a:spcAft>
              <a:buClr>
                <a:schemeClr val="dk1"/>
              </a:buClr>
              <a:buSzPts val="2700"/>
              <a:buFont typeface="Chakra Petch"/>
              <a:buNone/>
              <a:defRPr b="1" sz="2700">
                <a:solidFill>
                  <a:schemeClr val="dk1"/>
                </a:solidFill>
                <a:latin typeface="Chakra Petch"/>
                <a:ea typeface="Chakra Petch"/>
                <a:cs typeface="Chakra Petch"/>
                <a:sym typeface="Chakra Petch"/>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p1"/>
          <p:cNvSpPr txBox="1"/>
          <p:nvPr>
            <p:ph idx="1" type="body"/>
          </p:nvPr>
        </p:nvSpPr>
        <p:spPr>
          <a:xfrm>
            <a:off x="839781" y="1080000"/>
            <a:ext cx="10828800" cy="4555200"/>
          </a:xfrm>
          <a:prstGeom prst="rect">
            <a:avLst/>
          </a:prstGeom>
          <a:noFill/>
          <a:ln>
            <a:noFill/>
          </a:ln>
        </p:spPr>
        <p:txBody>
          <a:bodyPr anchorCtr="0" anchor="t" bIns="24000" lIns="24000" spcFirstLastPara="1" rIns="24000" wrap="square" tIns="24000">
            <a:noAutofit/>
          </a:bodyPr>
          <a:lstStyle>
            <a:lvl1pPr indent="-349250" lvl="0" marL="457200">
              <a:lnSpc>
                <a:spcPct val="115000"/>
              </a:lnSpc>
              <a:spcBef>
                <a:spcPts val="0"/>
              </a:spcBef>
              <a:spcAft>
                <a:spcPts val="0"/>
              </a:spcAft>
              <a:buClr>
                <a:schemeClr val="dk1"/>
              </a:buClr>
              <a:buSzPts val="1900"/>
              <a:buFont typeface="Chakra Petch"/>
              <a:buChar char="\"/>
              <a:defRPr b="1" sz="1900">
                <a:solidFill>
                  <a:schemeClr val="dk1"/>
                </a:solidFill>
                <a:latin typeface="Chakra Petch"/>
                <a:ea typeface="Chakra Petch"/>
                <a:cs typeface="Chakra Petch"/>
                <a:sym typeface="Chakra Petch"/>
              </a:defRPr>
            </a:lvl1pPr>
            <a:lvl2pPr indent="-330200" lvl="1" marL="914400">
              <a:lnSpc>
                <a:spcPct val="115000"/>
              </a:lnSpc>
              <a:spcBef>
                <a:spcPts val="0"/>
              </a:spcBef>
              <a:spcAft>
                <a:spcPts val="0"/>
              </a:spcAft>
              <a:buClr>
                <a:schemeClr val="dk1"/>
              </a:buClr>
              <a:buSzPts val="1600"/>
              <a:buFont typeface="Inter"/>
              <a:buChar char="●"/>
              <a:defRPr sz="1600">
                <a:solidFill>
                  <a:schemeClr val="dk1"/>
                </a:solidFill>
                <a:latin typeface="Inter"/>
                <a:ea typeface="Inter"/>
                <a:cs typeface="Inter"/>
                <a:sym typeface="Inter"/>
              </a:defRPr>
            </a:lvl2pPr>
            <a:lvl3pPr indent="-323850" lvl="2" marL="1371600">
              <a:lnSpc>
                <a:spcPct val="115000"/>
              </a:lnSpc>
              <a:spcBef>
                <a:spcPts val="0"/>
              </a:spcBef>
              <a:spcAft>
                <a:spcPts val="0"/>
              </a:spcAft>
              <a:buClr>
                <a:schemeClr val="dk1"/>
              </a:buClr>
              <a:buSzPts val="1500"/>
              <a:buFont typeface="Inter"/>
              <a:buChar char="■"/>
              <a:defRPr sz="1500">
                <a:solidFill>
                  <a:schemeClr val="dk1"/>
                </a:solidFill>
                <a:latin typeface="Inter"/>
                <a:ea typeface="Inter"/>
                <a:cs typeface="Inter"/>
                <a:sym typeface="Inter"/>
              </a:defRPr>
            </a:lvl3pPr>
            <a:lvl4pPr indent="-311150" lvl="3" marL="18288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4pPr>
            <a:lvl5pPr indent="-311150" lvl="4" marL="22860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5pPr>
            <a:lvl6pPr indent="-311150" lvl="5" marL="27432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6pPr>
            <a:lvl7pPr indent="-311150" lvl="6" marL="32004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7pPr>
            <a:lvl8pPr indent="-311150" lvl="7" marL="36576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8pPr>
            <a:lvl9pPr indent="-311150" lvl="8" marL="4114800">
              <a:lnSpc>
                <a:spcPct val="115000"/>
              </a:lnSpc>
              <a:spcBef>
                <a:spcPts val="0"/>
              </a:spcBef>
              <a:spcAft>
                <a:spcPts val="0"/>
              </a:spcAft>
              <a:buClr>
                <a:schemeClr val="dk1"/>
              </a:buClr>
              <a:buSzPts val="1300"/>
              <a:buFont typeface="Inter"/>
              <a:buChar char="■"/>
              <a:defRPr sz="1300">
                <a:solidFill>
                  <a:schemeClr val="dk1"/>
                </a:solidFill>
                <a:latin typeface="Inter"/>
                <a:ea typeface="Inter"/>
                <a:cs typeface="Inter"/>
                <a:sym typeface="Inter"/>
              </a:defRPr>
            </a:lvl9pPr>
          </a:lstStyle>
          <a:p/>
        </p:txBody>
      </p:sp>
      <p:grpSp>
        <p:nvGrpSpPr>
          <p:cNvPr id="12" name="Google Shape;12;p1"/>
          <p:cNvGrpSpPr/>
          <p:nvPr/>
        </p:nvGrpSpPr>
        <p:grpSpPr>
          <a:xfrm>
            <a:off x="11244228" y="6492934"/>
            <a:ext cx="801538" cy="120224"/>
            <a:chOff x="8435280" y="4869822"/>
            <a:chExt cx="601304" cy="90170"/>
          </a:xfrm>
        </p:grpSpPr>
        <p:sp>
          <p:nvSpPr>
            <p:cNvPr id="13" name="Google Shape;13;p1"/>
            <p:cNvSpPr/>
            <p:nvPr/>
          </p:nvSpPr>
          <p:spPr>
            <a:xfrm>
              <a:off x="8617437"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 name="Google Shape;14;p1"/>
            <p:cNvSpPr/>
            <p:nvPr/>
          </p:nvSpPr>
          <p:spPr>
            <a:xfrm>
              <a:off x="8972450" y="4871073"/>
              <a:ext cx="64134" cy="86995"/>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5" name="Google Shape;15;p1"/>
            <p:cNvSpPr/>
            <p:nvPr/>
          </p:nvSpPr>
          <p:spPr>
            <a:xfrm>
              <a:off x="8690915" y="4871675"/>
              <a:ext cx="85725" cy="88264"/>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56"/>
                  </a:lnTo>
                  <a:lnTo>
                    <a:pt x="85699" y="86156"/>
                  </a:lnTo>
                  <a:lnTo>
                    <a:pt x="85699"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6" name="Google Shape;16;p1"/>
            <p:cNvSpPr/>
            <p:nvPr/>
          </p:nvSpPr>
          <p:spPr>
            <a:xfrm>
              <a:off x="8789365" y="4869822"/>
              <a:ext cx="172084" cy="90170"/>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8011"/>
                  </a:lnTo>
                  <a:lnTo>
                    <a:pt x="74980" y="88011"/>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7" name="Google Shape;17;p1"/>
            <p:cNvSpPr/>
            <p:nvPr/>
          </p:nvSpPr>
          <p:spPr>
            <a:xfrm>
              <a:off x="8435280" y="4871111"/>
              <a:ext cx="169545" cy="88264"/>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18" name="Google Shape;18;p1"/>
          <p:cNvSpPr/>
          <p:nvPr/>
        </p:nvSpPr>
        <p:spPr>
          <a:xfrm>
            <a:off x="0" y="6819101"/>
            <a:ext cx="12184380" cy="31307"/>
          </a:xfrm>
          <a:custGeom>
            <a:rect b="b" l="l" r="r" t="t"/>
            <a:pathLst>
              <a:path extrusionOk="0" h="23495" w="9144000">
                <a:moveTo>
                  <a:pt x="9144000" y="0"/>
                </a:moveTo>
                <a:lnTo>
                  <a:pt x="0" y="0"/>
                </a:lnTo>
                <a:lnTo>
                  <a:pt x="0" y="23037"/>
                </a:lnTo>
                <a:lnTo>
                  <a:pt x="9144000" y="23037"/>
                </a:lnTo>
                <a:lnTo>
                  <a:pt x="9144000"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9" name="Google Shape;19;p1"/>
          <p:cNvSpPr txBox="1"/>
          <p:nvPr>
            <p:ph idx="12" type="sldNum"/>
          </p:nvPr>
        </p:nvSpPr>
        <p:spPr>
          <a:xfrm>
            <a:off x="-50953" y="6493100"/>
            <a:ext cx="466200" cy="302700"/>
          </a:xfrm>
          <a:prstGeom prst="rect">
            <a:avLst/>
          </a:prstGeom>
          <a:noFill/>
          <a:ln>
            <a:noFill/>
          </a:ln>
        </p:spPr>
        <p:txBody>
          <a:bodyPr anchorCtr="0" anchor="ctr" bIns="121875" lIns="121875" spcFirstLastPara="1" rIns="121875" wrap="square" tIns="121875">
            <a:noAutofit/>
          </a:bodyPr>
          <a:lstStyle>
            <a:lvl1pPr lvl="0">
              <a:buNone/>
              <a:defRPr sz="1200">
                <a:solidFill>
                  <a:schemeClr val="dk1"/>
                </a:solidFill>
                <a:latin typeface="Montserrat"/>
                <a:ea typeface="Montserrat"/>
                <a:cs typeface="Montserrat"/>
                <a:sym typeface="Montserrat"/>
              </a:defRPr>
            </a:lvl1pPr>
            <a:lvl2pPr lvl="1">
              <a:buNone/>
              <a:defRPr sz="1200">
                <a:solidFill>
                  <a:schemeClr val="dk1"/>
                </a:solidFill>
                <a:latin typeface="Montserrat"/>
                <a:ea typeface="Montserrat"/>
                <a:cs typeface="Montserrat"/>
                <a:sym typeface="Montserrat"/>
              </a:defRPr>
            </a:lvl2pPr>
            <a:lvl3pPr lvl="2">
              <a:buNone/>
              <a:defRPr sz="1200">
                <a:solidFill>
                  <a:schemeClr val="dk1"/>
                </a:solidFill>
                <a:latin typeface="Montserrat"/>
                <a:ea typeface="Montserrat"/>
                <a:cs typeface="Montserrat"/>
                <a:sym typeface="Montserrat"/>
              </a:defRPr>
            </a:lvl3pPr>
            <a:lvl4pPr lvl="3">
              <a:buNone/>
              <a:defRPr sz="1200">
                <a:solidFill>
                  <a:schemeClr val="dk1"/>
                </a:solidFill>
                <a:latin typeface="Montserrat"/>
                <a:ea typeface="Montserrat"/>
                <a:cs typeface="Montserrat"/>
                <a:sym typeface="Montserrat"/>
              </a:defRPr>
            </a:lvl4pPr>
            <a:lvl5pPr lvl="4">
              <a:buNone/>
              <a:defRPr sz="1200">
                <a:solidFill>
                  <a:schemeClr val="dk1"/>
                </a:solidFill>
                <a:latin typeface="Montserrat"/>
                <a:ea typeface="Montserrat"/>
                <a:cs typeface="Montserrat"/>
                <a:sym typeface="Montserrat"/>
              </a:defRPr>
            </a:lvl5pPr>
            <a:lvl6pPr lvl="5">
              <a:buNone/>
              <a:defRPr sz="1200">
                <a:solidFill>
                  <a:schemeClr val="dk1"/>
                </a:solidFill>
                <a:latin typeface="Montserrat"/>
                <a:ea typeface="Montserrat"/>
                <a:cs typeface="Montserrat"/>
                <a:sym typeface="Montserrat"/>
              </a:defRPr>
            </a:lvl6pPr>
            <a:lvl7pPr lvl="6">
              <a:buNone/>
              <a:defRPr sz="1200">
                <a:solidFill>
                  <a:schemeClr val="dk1"/>
                </a:solidFill>
                <a:latin typeface="Montserrat"/>
                <a:ea typeface="Montserrat"/>
                <a:cs typeface="Montserrat"/>
                <a:sym typeface="Montserrat"/>
              </a:defRPr>
            </a:lvl7pPr>
            <a:lvl8pPr lvl="7">
              <a:buNone/>
              <a:defRPr sz="1200">
                <a:solidFill>
                  <a:schemeClr val="dk1"/>
                </a:solidFill>
                <a:latin typeface="Montserrat"/>
                <a:ea typeface="Montserrat"/>
                <a:cs typeface="Montserrat"/>
                <a:sym typeface="Montserrat"/>
              </a:defRPr>
            </a:lvl8pPr>
            <a:lvl9pPr lvl="8">
              <a:buNone/>
              <a:defRPr sz="1200">
                <a:solidFill>
                  <a:schemeClr val="dk1"/>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090">
          <p15:clr>
            <a:srgbClr val="E46962"/>
          </p15:clr>
        </p15:guide>
        <p15:guide id="2" pos="529">
          <p15:clr>
            <a:srgbClr val="E46962"/>
          </p15:clr>
        </p15:guide>
        <p15:guide id="3" pos="7083">
          <p15:clr>
            <a:srgbClr val="E46962"/>
          </p15:clr>
        </p15:guide>
        <p15:guide id="4" orient="horz" pos="230">
          <p15:clr>
            <a:srgbClr val="E46962"/>
          </p15:clr>
        </p15:guide>
        <p15:guide id="5" orient="horz" pos="6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30"/>
          <p:cNvSpPr txBox="1"/>
          <p:nvPr>
            <p:ph type="title"/>
          </p:nvPr>
        </p:nvSpPr>
        <p:spPr>
          <a:xfrm>
            <a:off x="457081" y="274638"/>
            <a:ext cx="82275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4" name="Google Shape;244;p30"/>
          <p:cNvSpPr txBox="1"/>
          <p:nvPr>
            <p:ph idx="1" type="body"/>
          </p:nvPr>
        </p:nvSpPr>
        <p:spPr>
          <a:xfrm>
            <a:off x="457081" y="1600200"/>
            <a:ext cx="82275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5" name="Google Shape;245;p30"/>
          <p:cNvSpPr txBox="1"/>
          <p:nvPr>
            <p:ph idx="10" type="dt"/>
          </p:nvPr>
        </p:nvSpPr>
        <p:spPr>
          <a:xfrm>
            <a:off x="457081" y="6356350"/>
            <a:ext cx="21330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6" name="Google Shape;246;p30"/>
          <p:cNvSpPr txBox="1"/>
          <p:nvPr>
            <p:ph idx="11" type="ftr"/>
          </p:nvPr>
        </p:nvSpPr>
        <p:spPr>
          <a:xfrm>
            <a:off x="3123386" y="6356350"/>
            <a:ext cx="28947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7" name="Google Shape;247;p30"/>
          <p:cNvSpPr txBox="1"/>
          <p:nvPr>
            <p:ph idx="12" type="sldNum"/>
          </p:nvPr>
        </p:nvSpPr>
        <p:spPr>
          <a:xfrm>
            <a:off x="6551493" y="6356350"/>
            <a:ext cx="21330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8" name="Google Shape;248;p30"/>
          <p:cNvSpPr txBox="1"/>
          <p:nvPr/>
        </p:nvSpPr>
        <p:spPr>
          <a:xfrm rot="-5400000">
            <a:off x="-677097" y="5857050"/>
            <a:ext cx="16728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474747"/>
                </a:solidFill>
                <a:latin typeface="Chakra Petch"/>
                <a:ea typeface="Chakra Petch"/>
                <a:cs typeface="Chakra Petch"/>
                <a:sym typeface="Chakra Petch"/>
              </a:rPr>
              <a:t>WEnvision | 2026</a:t>
            </a:r>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hyperlink" Target="https://docs.google.com/spreadsheets/d/1Lkhz_ubiunbXncS_XLzePhCQf4RKvpRoyOd7B4EQ3vM/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852411" y="5402900"/>
            <a:ext cx="7046100" cy="400500"/>
          </a:xfrm>
          <a:prstGeom prst="rect">
            <a:avLst/>
          </a:prstGeom>
        </p:spPr>
        <p:txBody>
          <a:bodyPr anchorCtr="0" anchor="t" bIns="18000" lIns="18000" spcFirstLastPara="1" rIns="18000" wrap="square" tIns="18000">
            <a:noAutofit/>
          </a:bodyPr>
          <a:lstStyle/>
          <a:p>
            <a:pPr indent="0" lvl="0" marL="0" rtl="0" algn="l">
              <a:spcBef>
                <a:spcPts val="0"/>
              </a:spcBef>
              <a:spcAft>
                <a:spcPts val="0"/>
              </a:spcAft>
              <a:buNone/>
            </a:pPr>
            <a:r>
              <a:rPr lang="en-US"/>
              <a:t>TEMPLATE - MOIS 2026</a:t>
            </a:r>
            <a:endParaRPr/>
          </a:p>
          <a:p>
            <a:pPr indent="0" lvl="0" marL="0" rtl="0" algn="l">
              <a:spcBef>
                <a:spcPts val="0"/>
              </a:spcBef>
              <a:spcAft>
                <a:spcPts val="0"/>
              </a:spcAft>
              <a:buNone/>
            </a:pPr>
            <a:r>
              <a:t/>
            </a:r>
            <a:endParaRPr/>
          </a:p>
        </p:txBody>
      </p:sp>
      <p:sp>
        <p:nvSpPr>
          <p:cNvPr id="338" name="Google Shape;338;p43"/>
          <p:cNvSpPr txBox="1"/>
          <p:nvPr>
            <p:ph idx="1" type="subTitle"/>
          </p:nvPr>
        </p:nvSpPr>
        <p:spPr>
          <a:xfrm>
            <a:off x="839781" y="5883700"/>
            <a:ext cx="7071300" cy="708900"/>
          </a:xfrm>
          <a:prstGeom prst="rect">
            <a:avLst/>
          </a:prstGeom>
        </p:spPr>
        <p:txBody>
          <a:bodyPr anchorCtr="0" anchor="t" bIns="18000" lIns="18000" spcFirstLastPara="1" rIns="18000" wrap="square" tIns="18000">
            <a:noAutofit/>
          </a:bodyPr>
          <a:lstStyle/>
          <a:p>
            <a:pPr indent="0" lvl="0" marL="0" rtl="0" algn="l">
              <a:spcBef>
                <a:spcPts val="0"/>
              </a:spcBef>
              <a:spcAft>
                <a:spcPts val="0"/>
              </a:spcAft>
              <a:buNone/>
            </a:pPr>
            <a:r>
              <a:rPr lang="en-US"/>
              <a:t>Proposition commerciale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4"/>
          <p:cNvSpPr/>
          <p:nvPr/>
        </p:nvSpPr>
        <p:spPr>
          <a:xfrm>
            <a:off x="622094" y="813473"/>
            <a:ext cx="11343600" cy="657000"/>
          </a:xfrm>
          <a:prstGeom prst="rect">
            <a:avLst/>
          </a:prstGeom>
          <a:noFill/>
          <a:ln>
            <a:noFill/>
          </a:ln>
        </p:spPr>
        <p:txBody>
          <a:bodyPr anchorCtr="0" anchor="t" bIns="0" lIns="0" spcFirstLastPara="1" rIns="0" wrap="square" tIns="0">
            <a:noAutofit/>
          </a:bodyPr>
          <a:lstStyle/>
          <a:p>
            <a:pPr indent="0" lvl="0" marL="0" marR="0" rtl="0" algn="l">
              <a:lnSpc>
                <a:spcPct val="125301"/>
              </a:lnSpc>
              <a:spcBef>
                <a:spcPts val="0"/>
              </a:spcBef>
              <a:spcAft>
                <a:spcPts val="0"/>
              </a:spcAft>
              <a:buClr>
                <a:srgbClr val="1F1F1F"/>
              </a:buClr>
              <a:buSzPts val="3500"/>
              <a:buFont typeface="Chakra Petch"/>
              <a:buNone/>
            </a:pPr>
            <a:r>
              <a:rPr b="1" i="0" lang="en-US" sz="3200" u="none" cap="none" strike="noStrike">
                <a:solidFill>
                  <a:srgbClr val="1F1F1F"/>
                </a:solidFill>
                <a:latin typeface="Chakra Petch"/>
                <a:ea typeface="Chakra Petch"/>
                <a:cs typeface="Chakra Petch"/>
                <a:sym typeface="Chakra Petch"/>
              </a:rPr>
              <a:t>Comment Utiliser ce Template de proposition commerciale</a:t>
            </a:r>
            <a:endParaRPr b="0" i="0" sz="3200" u="none" cap="none" strike="noStrike"/>
          </a:p>
        </p:txBody>
      </p:sp>
      <p:sp>
        <p:nvSpPr>
          <p:cNvPr id="345" name="Google Shape;345;p44"/>
          <p:cNvSpPr/>
          <p:nvPr/>
        </p:nvSpPr>
        <p:spPr>
          <a:xfrm>
            <a:off x="653471" y="2142028"/>
            <a:ext cx="4580400" cy="3327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F1F1F"/>
              </a:buClr>
              <a:buSzPts val="2100"/>
              <a:buFont typeface="Chakra Petch"/>
              <a:buNone/>
            </a:pPr>
            <a:r>
              <a:rPr b="1" i="0" lang="en-US" sz="2100" u="none" cap="none" strike="noStrike">
                <a:solidFill>
                  <a:srgbClr val="1F1F1F"/>
                </a:solidFill>
                <a:latin typeface="Chakra Petch"/>
                <a:ea typeface="Chakra Petch"/>
                <a:cs typeface="Chakra Petch"/>
                <a:sym typeface="Chakra Petch"/>
              </a:rPr>
              <a:t>Structure Recommandée</a:t>
            </a:r>
            <a:endParaRPr b="0" i="0" sz="2100" u="none" cap="none" strike="noStrike"/>
          </a:p>
        </p:txBody>
      </p:sp>
      <p:sp>
        <p:nvSpPr>
          <p:cNvPr id="346" name="Google Shape;346;p44"/>
          <p:cNvSpPr/>
          <p:nvPr/>
        </p:nvSpPr>
        <p:spPr>
          <a:xfrm>
            <a:off x="653483" y="2652110"/>
            <a:ext cx="5224500" cy="8514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A3B"/>
              </a:buClr>
              <a:buSzPts val="1400"/>
              <a:buFont typeface="Inter"/>
              <a:buNone/>
            </a:pPr>
            <a:r>
              <a:rPr b="0" i="0" lang="en-US" sz="1400" u="none" cap="none" strike="noStrike">
                <a:solidFill>
                  <a:srgbClr val="3A3A3B"/>
                </a:solidFill>
                <a:latin typeface="Inter"/>
                <a:ea typeface="Inter"/>
                <a:cs typeface="Inter"/>
                <a:sym typeface="Inter"/>
              </a:rPr>
              <a:t>Suivez l'ordre des sections pour garantir une narration claire et convaincante qui construit progressivement notre proposition de valeur.</a:t>
            </a:r>
            <a:endParaRPr b="0" i="0" sz="1400" u="none" cap="none" strike="noStrike"/>
          </a:p>
        </p:txBody>
      </p:sp>
      <p:sp>
        <p:nvSpPr>
          <p:cNvPr id="347" name="Google Shape;347;p44"/>
          <p:cNvSpPr/>
          <p:nvPr/>
        </p:nvSpPr>
        <p:spPr>
          <a:xfrm>
            <a:off x="653483" y="3663050"/>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a:pPr>
            <a:r>
              <a:rPr b="0" i="0" lang="en-US" sz="1400" u="none" cap="none" strike="noStrike">
                <a:solidFill>
                  <a:srgbClr val="3A3A3B"/>
                </a:solidFill>
                <a:latin typeface="Inter"/>
                <a:ea typeface="Inter"/>
                <a:cs typeface="Inter"/>
                <a:sym typeface="Inter"/>
              </a:rPr>
              <a:t>Contexte &amp; Enjeux</a:t>
            </a:r>
            <a:endParaRPr b="0" i="0" sz="1400" u="none" cap="none" strike="noStrike"/>
          </a:p>
        </p:txBody>
      </p:sp>
      <p:sp>
        <p:nvSpPr>
          <p:cNvPr id="348" name="Google Shape;348;p44"/>
          <p:cNvSpPr/>
          <p:nvPr/>
        </p:nvSpPr>
        <p:spPr>
          <a:xfrm>
            <a:off x="653483" y="4008827"/>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startAt="2"/>
            </a:pPr>
            <a:r>
              <a:rPr b="0" i="0" lang="en-US" sz="1400" u="none" cap="none" strike="noStrike">
                <a:solidFill>
                  <a:srgbClr val="3A3A3B"/>
                </a:solidFill>
                <a:latin typeface="Inter"/>
                <a:ea typeface="Inter"/>
                <a:cs typeface="Inter"/>
                <a:sym typeface="Inter"/>
              </a:rPr>
              <a:t>Notre Approche</a:t>
            </a:r>
            <a:endParaRPr b="0" i="0" sz="1400" u="none" cap="none" strike="noStrike"/>
          </a:p>
        </p:txBody>
      </p:sp>
      <p:sp>
        <p:nvSpPr>
          <p:cNvPr id="349" name="Google Shape;349;p44"/>
          <p:cNvSpPr/>
          <p:nvPr/>
        </p:nvSpPr>
        <p:spPr>
          <a:xfrm>
            <a:off x="653483" y="4354605"/>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startAt="3"/>
            </a:pPr>
            <a:r>
              <a:rPr b="0" i="0" lang="en-US" sz="1400" u="none" cap="none" strike="noStrike">
                <a:solidFill>
                  <a:srgbClr val="3A3A3B"/>
                </a:solidFill>
                <a:latin typeface="Inter"/>
                <a:ea typeface="Inter"/>
                <a:cs typeface="Inter"/>
                <a:sym typeface="Inter"/>
              </a:rPr>
              <a:t>Notre Feuille de Route</a:t>
            </a:r>
            <a:endParaRPr b="0" i="0" sz="1400" u="none" cap="none" strike="noStrike"/>
          </a:p>
        </p:txBody>
      </p:sp>
      <p:sp>
        <p:nvSpPr>
          <p:cNvPr id="350" name="Google Shape;350;p44"/>
          <p:cNvSpPr/>
          <p:nvPr/>
        </p:nvSpPr>
        <p:spPr>
          <a:xfrm>
            <a:off x="653483" y="4700382"/>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startAt="4"/>
            </a:pPr>
            <a:r>
              <a:rPr b="0" i="0" lang="en-US" sz="1400" u="none" cap="none" strike="noStrike">
                <a:solidFill>
                  <a:srgbClr val="3A3A3B"/>
                </a:solidFill>
                <a:latin typeface="Inter"/>
                <a:ea typeface="Inter"/>
                <a:cs typeface="Inter"/>
                <a:sym typeface="Inter"/>
              </a:rPr>
              <a:t>Notre Dispositif</a:t>
            </a:r>
            <a:endParaRPr b="0" i="0" sz="1400" u="none" cap="none" strike="noStrike"/>
          </a:p>
        </p:txBody>
      </p:sp>
      <p:sp>
        <p:nvSpPr>
          <p:cNvPr id="351" name="Google Shape;351;p44"/>
          <p:cNvSpPr/>
          <p:nvPr/>
        </p:nvSpPr>
        <p:spPr>
          <a:xfrm>
            <a:off x="653483" y="5046160"/>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startAt="5"/>
            </a:pPr>
            <a:r>
              <a:rPr b="0" i="0" lang="en-US" sz="1400" u="none" cap="none" strike="noStrike">
                <a:solidFill>
                  <a:srgbClr val="3A3A3B"/>
                </a:solidFill>
                <a:latin typeface="Inter"/>
                <a:ea typeface="Inter"/>
                <a:cs typeface="Inter"/>
                <a:sym typeface="Inter"/>
              </a:rPr>
              <a:t>Conditions d'Intervention</a:t>
            </a:r>
            <a:endParaRPr b="0" i="0" sz="1400" u="none" cap="none" strike="noStrike"/>
          </a:p>
        </p:txBody>
      </p:sp>
      <p:sp>
        <p:nvSpPr>
          <p:cNvPr id="352" name="Google Shape;352;p44"/>
          <p:cNvSpPr/>
          <p:nvPr/>
        </p:nvSpPr>
        <p:spPr>
          <a:xfrm>
            <a:off x="653483" y="5391936"/>
            <a:ext cx="5224500" cy="283800"/>
          </a:xfrm>
          <a:prstGeom prst="rect">
            <a:avLst/>
          </a:prstGeom>
          <a:noFill/>
          <a:ln>
            <a:noFill/>
          </a:ln>
        </p:spPr>
        <p:txBody>
          <a:bodyPr anchorCtr="0" anchor="t" bIns="0" lIns="0" spcFirstLastPara="1" rIns="0" wrap="square" tIns="0">
            <a:noAutofit/>
          </a:bodyPr>
          <a:lstStyle/>
          <a:p>
            <a:pPr indent="-279400" lvl="0" marL="279400" marR="0" rtl="0" algn="l">
              <a:lnSpc>
                <a:spcPct val="160606"/>
              </a:lnSpc>
              <a:spcBef>
                <a:spcPts val="0"/>
              </a:spcBef>
              <a:spcAft>
                <a:spcPts val="0"/>
              </a:spcAft>
              <a:buClr>
                <a:srgbClr val="3A3A3B"/>
              </a:buClr>
              <a:buSzPts val="1400"/>
              <a:buFont typeface="Calibri"/>
              <a:buAutoNum type="arabicPeriod" startAt="6"/>
            </a:pPr>
            <a:r>
              <a:rPr b="0" i="0" lang="en-US" sz="1400" u="none" cap="none" strike="noStrike">
                <a:solidFill>
                  <a:srgbClr val="3A3A3B"/>
                </a:solidFill>
                <a:latin typeface="Inter"/>
                <a:ea typeface="Inter"/>
                <a:cs typeface="Inter"/>
                <a:sym typeface="Inter"/>
              </a:rPr>
              <a:t>Pourquoi WEnvision</a:t>
            </a:r>
            <a:endParaRPr b="0" i="0" sz="1400" u="none" cap="none" strike="noStrike"/>
          </a:p>
        </p:txBody>
      </p:sp>
      <p:sp>
        <p:nvSpPr>
          <p:cNvPr id="353" name="Google Shape;353;p44"/>
          <p:cNvSpPr/>
          <p:nvPr/>
        </p:nvSpPr>
        <p:spPr>
          <a:xfrm>
            <a:off x="6317100" y="2142028"/>
            <a:ext cx="3687600" cy="3327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F1F1F"/>
              </a:buClr>
              <a:buSzPts val="2100"/>
              <a:buFont typeface="Chakra Petch"/>
              <a:buNone/>
            </a:pPr>
            <a:r>
              <a:rPr b="1" i="0" lang="en-US" sz="2100" u="none" cap="none" strike="noStrike">
                <a:solidFill>
                  <a:srgbClr val="1F1F1F"/>
                </a:solidFill>
                <a:latin typeface="Chakra Petch"/>
                <a:ea typeface="Chakra Petch"/>
                <a:cs typeface="Chakra Petch"/>
                <a:sym typeface="Chakra Petch"/>
              </a:rPr>
              <a:t>Identité Visuelle</a:t>
            </a:r>
            <a:endParaRPr b="0" i="0" sz="2100" u="none" cap="none" strike="noStrike"/>
          </a:p>
        </p:txBody>
      </p:sp>
      <p:sp>
        <p:nvSpPr>
          <p:cNvPr id="354" name="Google Shape;354;p44"/>
          <p:cNvSpPr/>
          <p:nvPr/>
        </p:nvSpPr>
        <p:spPr>
          <a:xfrm>
            <a:off x="6317100" y="2652110"/>
            <a:ext cx="5224500" cy="56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A3B"/>
              </a:buClr>
              <a:buSzPts val="1400"/>
              <a:buFont typeface="Inter"/>
              <a:buNone/>
            </a:pPr>
            <a:r>
              <a:rPr b="1" i="0" lang="en-US" sz="1400" u="none" cap="none" strike="noStrike">
                <a:solidFill>
                  <a:srgbClr val="3A3A3B"/>
                </a:solidFill>
                <a:latin typeface="Inter"/>
                <a:ea typeface="Inter"/>
                <a:cs typeface="Inter"/>
                <a:sym typeface="Inter"/>
              </a:rPr>
              <a:t>Polices :</a:t>
            </a:r>
            <a:r>
              <a:rPr b="0" i="0" lang="en-US" sz="1400" u="none" cap="none" strike="noStrike">
                <a:solidFill>
                  <a:srgbClr val="3A3A3B"/>
                </a:solidFill>
                <a:latin typeface="Inter"/>
                <a:ea typeface="Inter"/>
                <a:cs typeface="Inter"/>
                <a:sym typeface="Inter"/>
              </a:rPr>
              <a:t> </a:t>
            </a:r>
            <a:r>
              <a:rPr b="1" lang="en-US" sz="1600">
                <a:solidFill>
                  <a:schemeClr val="accent3"/>
                </a:solidFill>
                <a:latin typeface="Chakra Petch"/>
                <a:ea typeface="Chakra Petch"/>
                <a:cs typeface="Chakra Petch"/>
                <a:sym typeface="Chakra Petch"/>
              </a:rPr>
              <a:t>Chakra petch </a:t>
            </a:r>
            <a:r>
              <a:rPr b="0" i="0" lang="en-US" sz="1400" u="none" cap="none" strike="noStrike">
                <a:solidFill>
                  <a:srgbClr val="3A3A3B"/>
                </a:solidFill>
                <a:latin typeface="Inter"/>
                <a:ea typeface="Inter"/>
                <a:cs typeface="Inter"/>
                <a:sym typeface="Inter"/>
              </a:rPr>
              <a:t>pour les titres, </a:t>
            </a:r>
            <a:r>
              <a:rPr b="1" lang="en-US">
                <a:solidFill>
                  <a:schemeClr val="accent3"/>
                </a:solidFill>
                <a:latin typeface="Inter"/>
                <a:ea typeface="Inter"/>
                <a:cs typeface="Inter"/>
                <a:sym typeface="Inter"/>
              </a:rPr>
              <a:t>Inter </a:t>
            </a:r>
            <a:r>
              <a:rPr b="0" i="0" lang="en-US" sz="1400" u="none" cap="none" strike="noStrike">
                <a:solidFill>
                  <a:srgbClr val="3A3A3B"/>
                </a:solidFill>
                <a:latin typeface="Inter"/>
                <a:ea typeface="Inter"/>
                <a:cs typeface="Inter"/>
                <a:sym typeface="Inter"/>
              </a:rPr>
              <a:t>pour les textes courants.</a:t>
            </a:r>
            <a:endParaRPr b="0" i="0" sz="1400" u="none" cap="none" strike="noStrike"/>
          </a:p>
        </p:txBody>
      </p:sp>
      <p:sp>
        <p:nvSpPr>
          <p:cNvPr id="355" name="Google Shape;355;p44"/>
          <p:cNvSpPr/>
          <p:nvPr/>
        </p:nvSpPr>
        <p:spPr>
          <a:xfrm>
            <a:off x="653475" y="5780516"/>
            <a:ext cx="10881900" cy="657000"/>
          </a:xfrm>
          <a:prstGeom prst="roundRect">
            <a:avLst>
              <a:gd fmla="val 7182" name="adj"/>
            </a:avLst>
          </a:prstGeom>
          <a:solidFill>
            <a:schemeClr val="lt2"/>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356" name="Google Shape;356;p44"/>
          <p:cNvSpPr/>
          <p:nvPr/>
        </p:nvSpPr>
        <p:spPr>
          <a:xfrm>
            <a:off x="873050" y="5897341"/>
            <a:ext cx="10128000" cy="33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Inter"/>
              <a:buNone/>
            </a:pPr>
            <a:r>
              <a:rPr b="1" i="0" lang="en-US" u="none" cap="none" strike="noStrike">
                <a:solidFill>
                  <a:schemeClr val="dk1"/>
                </a:solidFill>
                <a:latin typeface="Inter"/>
                <a:ea typeface="Inter"/>
                <a:cs typeface="Inter"/>
                <a:sym typeface="Inter"/>
              </a:rPr>
              <a:t>Conseil Clé :</a:t>
            </a:r>
            <a:r>
              <a:rPr i="0" lang="en-US" u="none" cap="none" strike="noStrike">
                <a:solidFill>
                  <a:schemeClr val="dk1"/>
                </a:solidFill>
                <a:latin typeface="Inter"/>
                <a:ea typeface="Inter"/>
                <a:cs typeface="Inter"/>
                <a:sym typeface="Inter"/>
              </a:rPr>
              <a:t> Incluez toujours une diapositive sur les </a:t>
            </a:r>
            <a:r>
              <a:rPr b="1" i="0" lang="en-US" u="none" cap="none" strike="noStrike">
                <a:solidFill>
                  <a:schemeClr val="accent3"/>
                </a:solidFill>
                <a:latin typeface="Inter"/>
                <a:ea typeface="Inter"/>
                <a:cs typeface="Inter"/>
                <a:sym typeface="Inter"/>
              </a:rPr>
              <a:t>Facteurs Clés du Succès </a:t>
            </a:r>
            <a:r>
              <a:rPr i="0" lang="en-US" u="none" cap="none" strike="noStrike">
                <a:solidFill>
                  <a:schemeClr val="dk1"/>
                </a:solidFill>
                <a:latin typeface="Inter"/>
                <a:ea typeface="Inter"/>
                <a:cs typeface="Inter"/>
                <a:sym typeface="Inter"/>
              </a:rPr>
              <a:t>pour aligner les attentes et définir les conditions de réussite.</a:t>
            </a:r>
            <a:endParaRPr i="0" u="none" cap="none" strike="noStrike">
              <a:solidFill>
                <a:schemeClr val="dk1"/>
              </a:solidFill>
              <a:latin typeface="Inter"/>
              <a:ea typeface="Inter"/>
              <a:cs typeface="Inter"/>
              <a:sym typeface="Inter"/>
            </a:endParaRPr>
          </a:p>
        </p:txBody>
      </p:sp>
      <p:sp>
        <p:nvSpPr>
          <p:cNvPr id="357" name="Google Shape;357;p44"/>
          <p:cNvSpPr/>
          <p:nvPr/>
        </p:nvSpPr>
        <p:spPr>
          <a:xfrm rot="2692">
            <a:off x="0" y="11825"/>
            <a:ext cx="1532700" cy="595200"/>
          </a:xfrm>
          <a:prstGeom prst="roundRect">
            <a:avLst>
              <a:gd fmla="val 16667" name="adj"/>
            </a:avLst>
          </a:prstGeom>
          <a:solidFill>
            <a:schemeClr val="accent2"/>
          </a:solidFill>
          <a:ln cap="flat" cmpd="sng" w="381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Clr>
                <a:schemeClr val="dk1"/>
              </a:buClr>
              <a:buSzPts val="1500"/>
              <a:buFont typeface="Arial"/>
              <a:buNone/>
            </a:pPr>
            <a:r>
              <a:rPr i="1" lang="en-US" sz="2800">
                <a:solidFill>
                  <a:schemeClr val="lt1"/>
                </a:solidFill>
                <a:latin typeface="Chakra Petch SemiBold"/>
                <a:ea typeface="Chakra Petch SemiBold"/>
                <a:cs typeface="Chakra Petch SemiBold"/>
                <a:sym typeface="Chakra Petch SemiBold"/>
              </a:rPr>
              <a:t>How To</a:t>
            </a:r>
            <a:endParaRPr i="1" sz="2800">
              <a:solidFill>
                <a:schemeClr val="lt1"/>
              </a:solidFill>
              <a:latin typeface="Chakra Petch SemiBold"/>
              <a:ea typeface="Chakra Petch SemiBold"/>
              <a:cs typeface="Chakra Petch SemiBold"/>
              <a:sym typeface="Chakra Petch SemiBold"/>
            </a:endParaRPr>
          </a:p>
        </p:txBody>
      </p:sp>
      <p:sp>
        <p:nvSpPr>
          <p:cNvPr id="358" name="Google Shape;358;p44"/>
          <p:cNvSpPr txBox="1"/>
          <p:nvPr/>
        </p:nvSpPr>
        <p:spPr>
          <a:xfrm>
            <a:off x="523225" y="1402823"/>
            <a:ext cx="8615100" cy="681000"/>
          </a:xfrm>
          <a:prstGeom prst="rect">
            <a:avLst/>
          </a:prstGeom>
          <a:noFill/>
          <a:ln>
            <a:noFill/>
          </a:ln>
        </p:spPr>
        <p:txBody>
          <a:bodyPr anchorCtr="0" anchor="t" bIns="91425" lIns="91425" spcFirstLastPara="1" rIns="91425" wrap="square" tIns="91425">
            <a:spAutoFit/>
          </a:bodyPr>
          <a:lstStyle/>
          <a:p>
            <a:pPr indent="-400050" lvl="0" marL="609600" rtl="0" algn="l">
              <a:lnSpc>
                <a:spcPct val="115000"/>
              </a:lnSpc>
              <a:spcBef>
                <a:spcPts val="0"/>
              </a:spcBef>
              <a:spcAft>
                <a:spcPts val="0"/>
              </a:spcAft>
              <a:buClr>
                <a:schemeClr val="dk1"/>
              </a:buClr>
              <a:buSzPts val="1500"/>
              <a:buFont typeface="Chakra Petch"/>
              <a:buChar char="●"/>
            </a:pPr>
            <a:r>
              <a:rPr b="1" lang="en-US" sz="1500">
                <a:solidFill>
                  <a:schemeClr val="dk1"/>
                </a:solidFill>
                <a:latin typeface="Chakra Petch"/>
                <a:ea typeface="Chakra Petch"/>
                <a:cs typeface="Chakra Petch"/>
                <a:sym typeface="Chakra Petch"/>
              </a:rPr>
              <a:t>Préparer le </a:t>
            </a:r>
            <a:r>
              <a:rPr b="1" lang="en-US" sz="1500" u="sng">
                <a:solidFill>
                  <a:schemeClr val="hlink"/>
                </a:solidFill>
                <a:latin typeface="Chakra Petch"/>
                <a:ea typeface="Chakra Petch"/>
                <a:cs typeface="Chakra Petch"/>
                <a:sym typeface="Chakra Petch"/>
                <a:hlinkClick r:id="rId3"/>
              </a:rPr>
              <a:t>fichier Méthodo Pricing</a:t>
            </a:r>
            <a:r>
              <a:rPr b="1" lang="en-US" sz="1500">
                <a:solidFill>
                  <a:schemeClr val="dk1"/>
                </a:solidFill>
                <a:latin typeface="Chakra Petch"/>
                <a:ea typeface="Chakra Petch"/>
                <a:cs typeface="Chakra Petch"/>
                <a:sym typeface="Chakra Petch"/>
              </a:rPr>
              <a:t> avant de démarrer </a:t>
            </a:r>
            <a:endParaRPr b="1" sz="1500">
              <a:solidFill>
                <a:schemeClr val="dk1"/>
              </a:solidFill>
              <a:latin typeface="Chakra Petch"/>
              <a:ea typeface="Chakra Petch"/>
              <a:cs typeface="Chakra Petch"/>
              <a:sym typeface="Chakra Petch"/>
            </a:endParaRPr>
          </a:p>
          <a:p>
            <a:pPr indent="-400050" lvl="0" marL="609600" rtl="0" algn="l">
              <a:lnSpc>
                <a:spcPct val="115000"/>
              </a:lnSpc>
              <a:spcBef>
                <a:spcPts val="0"/>
              </a:spcBef>
              <a:spcAft>
                <a:spcPts val="0"/>
              </a:spcAft>
              <a:buClr>
                <a:schemeClr val="dk1"/>
              </a:buClr>
              <a:buSzPts val="1500"/>
              <a:buFont typeface="Chakra Petch"/>
              <a:buChar char="●"/>
            </a:pPr>
            <a:r>
              <a:rPr b="1" lang="en-US" sz="1500">
                <a:solidFill>
                  <a:schemeClr val="dk1"/>
                </a:solidFill>
                <a:latin typeface="Chakra Petch"/>
                <a:ea typeface="Chakra Petch"/>
                <a:cs typeface="Chakra Petch"/>
                <a:sym typeface="Chakra Petch"/>
              </a:rPr>
              <a:t>Quelle histoire allez-vous raconter?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45"/>
          <p:cNvSpPr txBox="1"/>
          <p:nvPr/>
        </p:nvSpPr>
        <p:spPr>
          <a:xfrm>
            <a:off x="1218882" y="1828800"/>
            <a:ext cx="975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F1F1F"/>
                </a:solidFill>
                <a:latin typeface="Chakra Petch"/>
                <a:ea typeface="Chakra Petch"/>
                <a:cs typeface="Chakra Petch"/>
                <a:sym typeface="Chakra Petch"/>
              </a:rPr>
              <a:t>Titre principal (H1)</a:t>
            </a:r>
            <a:endParaRPr>
              <a:latin typeface="Chakra Petch"/>
              <a:ea typeface="Chakra Petch"/>
              <a:cs typeface="Chakra Petch"/>
              <a:sym typeface="Chakra Petch"/>
            </a:endParaRPr>
          </a:p>
        </p:txBody>
      </p:sp>
      <p:sp>
        <p:nvSpPr>
          <p:cNvPr id="364" name="Google Shape;364;p45"/>
          <p:cNvSpPr txBox="1"/>
          <p:nvPr/>
        </p:nvSpPr>
        <p:spPr>
          <a:xfrm>
            <a:off x="1218882" y="2743200"/>
            <a:ext cx="9751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3A3A3B"/>
                </a:solidFill>
                <a:latin typeface="Inter"/>
                <a:ea typeface="Inter"/>
                <a:cs typeface="Inter"/>
                <a:sym typeface="Inter"/>
              </a:rPr>
              <a:t>Sous-titre (H2)</a:t>
            </a:r>
            <a:endParaRPr>
              <a:latin typeface="Inter"/>
              <a:ea typeface="Inter"/>
              <a:cs typeface="Inter"/>
              <a:sym typeface="Inter"/>
            </a:endParaRPr>
          </a:p>
        </p:txBody>
      </p:sp>
      <p:sp>
        <p:nvSpPr>
          <p:cNvPr id="365" name="Google Shape;365;p45"/>
          <p:cNvSpPr txBox="1"/>
          <p:nvPr/>
        </p:nvSpPr>
        <p:spPr>
          <a:xfrm>
            <a:off x="1218882" y="3657600"/>
            <a:ext cx="9751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u="none" cap="none" strike="noStrike">
                <a:solidFill>
                  <a:srgbClr val="474747"/>
                </a:solidFill>
                <a:latin typeface="Inter"/>
                <a:ea typeface="Inter"/>
                <a:cs typeface="Inter"/>
                <a:sym typeface="Inter"/>
              </a:rPr>
              <a:t>Texte courant</a:t>
            </a:r>
            <a:endParaRPr>
              <a:latin typeface="Inter"/>
              <a:ea typeface="Inter"/>
              <a:cs typeface="Inter"/>
              <a:sym typeface="Inter"/>
            </a:endParaRPr>
          </a:p>
        </p:txBody>
      </p:sp>
      <p:sp>
        <p:nvSpPr>
          <p:cNvPr id="366" name="Google Shape;366;p45"/>
          <p:cNvSpPr txBox="1"/>
          <p:nvPr/>
        </p:nvSpPr>
        <p:spPr>
          <a:xfrm>
            <a:off x="1218882" y="4572000"/>
            <a:ext cx="9751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chemeClr val="accent3"/>
                </a:solidFill>
                <a:latin typeface="Inter"/>
                <a:ea typeface="Inter"/>
                <a:cs typeface="Inter"/>
                <a:sym typeface="Inter"/>
              </a:rPr>
              <a:t>Élément important</a:t>
            </a:r>
            <a:endParaRPr>
              <a:solidFill>
                <a:schemeClr val="accent3"/>
              </a:solidFill>
              <a:latin typeface="Inter"/>
              <a:ea typeface="Inter"/>
              <a:cs typeface="Inter"/>
              <a:sym typeface="Inter"/>
            </a:endParaRPr>
          </a:p>
        </p:txBody>
      </p:sp>
      <p:sp>
        <p:nvSpPr>
          <p:cNvPr id="367" name="Google Shape;367;p45"/>
          <p:cNvSpPr txBox="1"/>
          <p:nvPr>
            <p:ph type="title"/>
          </p:nvPr>
        </p:nvSpPr>
        <p:spPr>
          <a:xfrm>
            <a:off x="839781" y="165100"/>
            <a:ext cx="11268600" cy="673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sz="2800">
                <a:solidFill>
                  <a:srgbClr val="1F1F1F"/>
                </a:solidFill>
              </a:rPr>
              <a:t>Hiérarchie typographique</a:t>
            </a:r>
            <a:endParaRPr sz="2266"/>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46"/>
          <p:cNvSpPr/>
          <p:nvPr/>
        </p:nvSpPr>
        <p:spPr>
          <a:xfrm>
            <a:off x="1298875" y="1337825"/>
            <a:ext cx="9572700" cy="359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hakra Petch"/>
              <a:ea typeface="Chakra Petch"/>
              <a:cs typeface="Chakra Petch"/>
              <a:sym typeface="Chakra Petch"/>
            </a:endParaRPr>
          </a:p>
        </p:txBody>
      </p:sp>
      <p:sp>
        <p:nvSpPr>
          <p:cNvPr id="373" name="Google Shape;373;p46"/>
          <p:cNvSpPr/>
          <p:nvPr/>
        </p:nvSpPr>
        <p:spPr>
          <a:xfrm>
            <a:off x="1828261" y="1725930"/>
            <a:ext cx="8532300" cy="1097400"/>
          </a:xfrm>
          <a:prstGeom prst="rect">
            <a:avLst/>
          </a:prstGeom>
          <a:solidFill>
            <a:srgbClr val="FFFFFF"/>
          </a:solidFill>
          <a:ln cap="flat" cmpd="sng" w="9525">
            <a:solidFill>
              <a:srgbClr val="47474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374" name="Google Shape;374;p46"/>
          <p:cNvSpPr txBox="1"/>
          <p:nvPr/>
        </p:nvSpPr>
        <p:spPr>
          <a:xfrm>
            <a:off x="2072100" y="1908810"/>
            <a:ext cx="8044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474747"/>
                </a:solidFill>
                <a:latin typeface="Inter"/>
                <a:ea typeface="Inter"/>
                <a:cs typeface="Inter"/>
                <a:sym typeface="Inter"/>
              </a:rPr>
              <a:t>60% COULEUR DOMINANTE</a:t>
            </a:r>
            <a:endParaRPr>
              <a:latin typeface="Inter"/>
              <a:ea typeface="Inter"/>
              <a:cs typeface="Inter"/>
              <a:sym typeface="Inter"/>
            </a:endParaRPr>
          </a:p>
          <a:p>
            <a:pPr indent="0" lvl="0" marL="0" marR="0" rtl="0" algn="l">
              <a:spcBef>
                <a:spcPts val="0"/>
              </a:spcBef>
              <a:spcAft>
                <a:spcPts val="0"/>
              </a:spcAft>
              <a:buNone/>
            </a:pPr>
            <a:r>
              <a:rPr lang="en-US" sz="1800">
                <a:solidFill>
                  <a:schemeClr val="dk1"/>
                </a:solidFill>
                <a:latin typeface="Inter"/>
                <a:ea typeface="Inter"/>
                <a:cs typeface="Inter"/>
                <a:sym typeface="Inter"/>
              </a:rPr>
              <a:t>Fond blanc ou rose poudré</a:t>
            </a:r>
            <a:endParaRPr>
              <a:latin typeface="Inter"/>
              <a:ea typeface="Inter"/>
              <a:cs typeface="Inter"/>
              <a:sym typeface="Inter"/>
            </a:endParaRPr>
          </a:p>
        </p:txBody>
      </p:sp>
      <p:sp>
        <p:nvSpPr>
          <p:cNvPr id="375" name="Google Shape;375;p46"/>
          <p:cNvSpPr/>
          <p:nvPr/>
        </p:nvSpPr>
        <p:spPr>
          <a:xfrm>
            <a:off x="1828324" y="3006090"/>
            <a:ext cx="8532300" cy="822900"/>
          </a:xfrm>
          <a:prstGeom prst="rect">
            <a:avLst/>
          </a:prstGeom>
          <a:solidFill>
            <a:srgbClr val="3A3A3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376" name="Google Shape;376;p46"/>
          <p:cNvSpPr txBox="1"/>
          <p:nvPr/>
        </p:nvSpPr>
        <p:spPr>
          <a:xfrm>
            <a:off x="2072038" y="3143250"/>
            <a:ext cx="80448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FFFFFF"/>
                </a:solidFill>
                <a:latin typeface="Inter"/>
                <a:ea typeface="Inter"/>
                <a:cs typeface="Inter"/>
                <a:sym typeface="Inter"/>
              </a:rPr>
              <a:t>30% COULEUR SECONDAIRE • Textes et structures</a:t>
            </a:r>
            <a:endParaRPr>
              <a:latin typeface="Inter"/>
              <a:ea typeface="Inter"/>
              <a:cs typeface="Inter"/>
              <a:sym typeface="Inter"/>
            </a:endParaRPr>
          </a:p>
        </p:txBody>
      </p:sp>
      <p:sp>
        <p:nvSpPr>
          <p:cNvPr id="377" name="Google Shape;377;p46"/>
          <p:cNvSpPr/>
          <p:nvPr/>
        </p:nvSpPr>
        <p:spPr>
          <a:xfrm>
            <a:off x="1828324" y="4011930"/>
            <a:ext cx="8532300" cy="548700"/>
          </a:xfrm>
          <a:prstGeom prst="rect">
            <a:avLst/>
          </a:prstGeom>
          <a:solidFill>
            <a:srgbClr val="FF6B58"/>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378" name="Google Shape;378;p46"/>
          <p:cNvSpPr txBox="1"/>
          <p:nvPr/>
        </p:nvSpPr>
        <p:spPr>
          <a:xfrm>
            <a:off x="2072100" y="4103370"/>
            <a:ext cx="80448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FFFFFF"/>
                </a:solidFill>
                <a:latin typeface="Inter"/>
                <a:ea typeface="Inter"/>
                <a:cs typeface="Inter"/>
                <a:sym typeface="Inter"/>
              </a:rPr>
              <a:t>10% COULEUR D'ACCENT • Points d'attention</a:t>
            </a:r>
            <a:endParaRPr>
              <a:latin typeface="Inter"/>
              <a:ea typeface="Inter"/>
              <a:cs typeface="Inter"/>
              <a:sym typeface="Inter"/>
            </a:endParaRPr>
          </a:p>
        </p:txBody>
      </p:sp>
      <p:sp>
        <p:nvSpPr>
          <p:cNvPr id="379" name="Google Shape;379;p46"/>
          <p:cNvSpPr txBox="1"/>
          <p:nvPr/>
        </p:nvSpPr>
        <p:spPr>
          <a:xfrm>
            <a:off x="945098" y="5328466"/>
            <a:ext cx="85323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rgbClr val="474747"/>
                </a:solidFill>
                <a:latin typeface="Chakra Petch"/>
                <a:ea typeface="Chakra Petch"/>
                <a:cs typeface="Chakra Petch"/>
                <a:sym typeface="Chakra Petch"/>
              </a:rPr>
              <a:t>💡 Maximum 3 couleurs par slide (hors noir/gris/blanc)</a:t>
            </a:r>
            <a:endParaRPr sz="1700">
              <a:latin typeface="Chakra Petch"/>
              <a:ea typeface="Chakra Petch"/>
              <a:cs typeface="Chakra Petch"/>
              <a:sym typeface="Chakra Petch"/>
            </a:endParaRPr>
          </a:p>
          <a:p>
            <a:pPr indent="0" lvl="0" marL="0" marR="0" rtl="0" algn="l">
              <a:spcBef>
                <a:spcPts val="0"/>
              </a:spcBef>
              <a:spcAft>
                <a:spcPts val="0"/>
              </a:spcAft>
              <a:buNone/>
            </a:pPr>
            <a:br>
              <a:rPr lang="en-US" sz="1700">
                <a:solidFill>
                  <a:schemeClr val="accent3"/>
                </a:solidFill>
                <a:latin typeface="Chakra Petch"/>
                <a:ea typeface="Chakra Petch"/>
                <a:cs typeface="Chakra Petch"/>
                <a:sym typeface="Chakra Petch"/>
              </a:rPr>
            </a:br>
            <a:r>
              <a:rPr lang="en-US" sz="1700">
                <a:solidFill>
                  <a:schemeClr val="accent3"/>
                </a:solidFill>
                <a:latin typeface="Chakra Petch"/>
                <a:ea typeface="Chakra Petch"/>
                <a:cs typeface="Chakra Petch"/>
                <a:sym typeface="Chakra Petch"/>
              </a:rPr>
              <a:t>🧨</a:t>
            </a:r>
            <a:r>
              <a:rPr lang="en-US" sz="1700">
                <a:solidFill>
                  <a:schemeClr val="dk2"/>
                </a:solidFill>
                <a:latin typeface="Chakra Petch"/>
                <a:ea typeface="Chakra Petch"/>
                <a:cs typeface="Chakra Petch"/>
                <a:sym typeface="Chakra Petch"/>
              </a:rPr>
              <a:t>Pas plus de 5 éléments </a:t>
            </a:r>
            <a:r>
              <a:rPr b="1" lang="en-US" sz="1700">
                <a:solidFill>
                  <a:schemeClr val="accent3"/>
                </a:solidFill>
                <a:latin typeface="Chakra Petch"/>
                <a:ea typeface="Chakra Petch"/>
                <a:cs typeface="Chakra Petch"/>
                <a:sym typeface="Chakra Petch"/>
              </a:rPr>
              <a:t>en corail</a:t>
            </a:r>
            <a:endParaRPr b="1" sz="1700">
              <a:solidFill>
                <a:schemeClr val="accent3"/>
              </a:solidFill>
              <a:latin typeface="Chakra Petch"/>
              <a:ea typeface="Chakra Petch"/>
              <a:cs typeface="Chakra Petch"/>
              <a:sym typeface="Chakra Petch"/>
            </a:endParaRPr>
          </a:p>
        </p:txBody>
      </p:sp>
      <p:sp>
        <p:nvSpPr>
          <p:cNvPr id="380" name="Google Shape;380;p46"/>
          <p:cNvSpPr txBox="1"/>
          <p:nvPr>
            <p:ph type="title"/>
          </p:nvPr>
        </p:nvSpPr>
        <p:spPr>
          <a:xfrm>
            <a:off x="839781" y="165100"/>
            <a:ext cx="11268600" cy="673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Clr>
                <a:schemeClr val="dk1"/>
              </a:buClr>
              <a:buFont typeface="Arial"/>
              <a:buNone/>
            </a:pPr>
            <a:r>
              <a:rPr lang="en-US" sz="3200">
                <a:solidFill>
                  <a:srgbClr val="1F1F1F"/>
                </a:solidFill>
                <a:latin typeface="Chakra Petch"/>
                <a:ea typeface="Chakra Petch"/>
                <a:cs typeface="Chakra Petch"/>
                <a:sym typeface="Chakra Petch"/>
              </a:rPr>
              <a:t>Règle des 60-30-10</a:t>
            </a:r>
            <a:endParaRPr>
              <a:latin typeface="Chakra Petch"/>
              <a:ea typeface="Chakra Petch"/>
              <a:cs typeface="Chakra Petch"/>
              <a:sym typeface="Chakra Petch"/>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7"/>
          <p:cNvSpPr txBox="1"/>
          <p:nvPr/>
        </p:nvSpPr>
        <p:spPr>
          <a:xfrm>
            <a:off x="0" y="9308925"/>
            <a:ext cx="12425700" cy="12883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chemeClr val="dk1"/>
                </a:solidFill>
              </a:rPr>
              <a:t># Description précise du design pour reproduction par IA</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Structure générale</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**Format** : Document de type rapport/présentation avec orientation portrait et paysage alternée</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**Identité visuelle**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Palette de couleurs : noir, blanc et terracotta/terre cuite (accent)</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Typographie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 **Chakra Petch** pour les titres et intertitres</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 **Inter** pour le corps de texte ordinaire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Marque verticale : "Tech Trends | 2026" en orientation verticale sur le côté droit</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Éléments récurrents sur chaque page</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1. **En-tête** : Tags en majuscules </a:t>
            </a:r>
            <a:r>
              <a:rPr lang="en-US" sz="1100">
                <a:solidFill>
                  <a:srgbClr val="188038"/>
                </a:solidFill>
                <a:latin typeface="Roboto Mono"/>
                <a:ea typeface="Roboto Mono"/>
                <a:cs typeface="Roboto Mono"/>
                <a:sym typeface="Roboto Mono"/>
              </a:rPr>
              <a:t>#SECTIONDUSOMMAIRE #SUJET #ANGLE</a:t>
            </a:r>
            <a:r>
              <a:rPr lang="en-US" sz="1100">
                <a:solidFill>
                  <a:schemeClr val="dk1"/>
                </a:solidFill>
              </a:rPr>
              <a:t> (police Chakra Petch)</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2. **Barre latérale droite** : Texte vertical "Tech Trends | 2026" avec séparateur</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3. **Pied de page** : Mention de licence Creative Commons en petit texte gris (police Inter)</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4. **Titre principal** : Police Chakra Petch, grande taille, gras, message accrocheur</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Variantes de mise en page (6 templates identifiés)</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1 : Mise en page avec encadré visuel</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Colonne principale de texte en Inter (Lorem ipsum)</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Encadré terracotta à droite ou gauche contenant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 Zone pour image/visuel</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 Légende ou exergue en italique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sur 2-3 colonnes en bas (Inter)</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2 : Deux colonnes équilibrées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réparti sur 2 colonnes égales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Intertitre en gras au milieu du contenu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Espacement généreux entre paragraphes</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3 : Pleine largeur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sur toute la largeur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Un ou plusieurs intertitres en gras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Paragraphes bien espacés</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4 : Incise introductive + encadré</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Citation ou contexte en italique en haut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Encadré terracotta central avec "Message clé" en gras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principal en dessous sur 1-2 colonnes (Inter)</a:t>
            </a:r>
            <a:br>
              <a:rPr lang="en-US" sz="1100">
                <a:solidFill>
                  <a:schemeClr val="dk1"/>
                </a:solidFill>
              </a:rPr>
            </a:b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5 : Colonne étroite + large</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Colonne gauche étroite (environ 40%) en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Colonne droite large (environ 60%) en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continu avec paragraphes distincts</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Template 6 : Encadré latéral + colonnes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Encadré terracotta à gauche avec "Message clé" ou "Exergue" (Chakra Petch pour le titre, Inter pour le contenu)</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principal à droite (Inter)</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Intertitre en gras au milieu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Mise en page aérée</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 Spécifications techniques pour l'IA</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**À conserver identique**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Position et style des hashtags d'en-tête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Palette de couleurs (noir/blanc/terracotta ~#D4704A ou #C96846)</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Proportions des colonnes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Espacement et marges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Hiérarchie typographique : Chakra Petch pour titres/intertitres, Inter pour corps de texte</a:t>
            </a:r>
            <a:br>
              <a:rPr lang="en-US" sz="1100">
                <a:solidFill>
                  <a:schemeClr val="dk1"/>
                </a:solidFill>
              </a:rPr>
            </a:b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**À remplacer selon le contenu** :</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Texte Lorem ipsum → contenu réel</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"Titre qui exprime un message" → titre personnalisé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"Intertitre ici qui attire l'œil" → sous-titres adaptés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"Message clé ici" → messages spécifiques (Chakra Petch)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Hashtags génériques → hashtags contextuels</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Images placeholder → visuels pertinents</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**Instructions de reproduction** :</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1. Choisir le template selon la structure du contenu</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2. Maintenir la grille et les proportions exactes</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3. Respecter la hiérarchie typographique (Chakra Petch vs Inter, tailles relatives)</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4. Conserver les encadrés terracotta aux mêmes positions</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5. Garder l'espacement vertical et horizontal identique</a:t>
            </a:r>
            <a:endParaRPr sz="1100">
              <a:solidFill>
                <a:schemeClr val="dk1"/>
              </a:solidFill>
            </a:endParaRPr>
          </a:p>
          <a:p>
            <a:pPr indent="0" lvl="0" marL="0" rtl="0" algn="l">
              <a:lnSpc>
                <a:spcPct val="100000"/>
              </a:lnSpc>
              <a:spcBef>
                <a:spcPts val="0"/>
              </a:spcBef>
              <a:spcAft>
                <a:spcPts val="0"/>
              </a:spcAft>
              <a:buNone/>
            </a:pPr>
            <a:r>
              <a:rPr lang="en-US" sz="1100">
                <a:solidFill>
                  <a:schemeClr val="dk1"/>
                </a:solidFill>
              </a:rPr>
              <a:t>6. Utiliser Chakra Petch pour tous les éléments de titre/emphase, Inter pour le texte courant</a:t>
            </a:r>
            <a:endParaRPr/>
          </a:p>
        </p:txBody>
      </p:sp>
      <p:sp>
        <p:nvSpPr>
          <p:cNvPr id="387" name="Google Shape;387;p47"/>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Le prompt à utiliser dans Gemini 3</a:t>
            </a:r>
            <a:endParaRPr/>
          </a:p>
        </p:txBody>
      </p:sp>
      <p:sp>
        <p:nvSpPr>
          <p:cNvPr id="388" name="Google Shape;388;p47"/>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None/>
            </a:pPr>
            <a:r>
              <a:rPr lang="en-US"/>
              <a:t>GENERER MES SLIDES</a:t>
            </a:r>
            <a:endParaRPr/>
          </a:p>
        </p:txBody>
      </p:sp>
      <p:sp>
        <p:nvSpPr>
          <p:cNvPr id="389" name="Google Shape;389;p47"/>
          <p:cNvSpPr txBox="1"/>
          <p:nvPr/>
        </p:nvSpPr>
        <p:spPr>
          <a:xfrm>
            <a:off x="770825" y="1366075"/>
            <a:ext cx="9832800" cy="284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500">
                <a:solidFill>
                  <a:schemeClr val="dk1"/>
                </a:solidFill>
                <a:latin typeface="Inter"/>
                <a:ea typeface="Inter"/>
                <a:cs typeface="Inter"/>
                <a:sym typeface="Inter"/>
              </a:rPr>
              <a:t>Ouvrez </a:t>
            </a:r>
            <a:r>
              <a:rPr b="1" lang="en-US" sz="1500">
                <a:solidFill>
                  <a:schemeClr val="accent3"/>
                </a:solidFill>
                <a:latin typeface="Inter"/>
                <a:ea typeface="Inter"/>
                <a:cs typeface="Inter"/>
                <a:sym typeface="Inter"/>
              </a:rPr>
              <a:t>Gemini</a:t>
            </a:r>
            <a:r>
              <a:rPr lang="en-US" sz="1500">
                <a:solidFill>
                  <a:schemeClr val="accent3"/>
                </a:solidFill>
                <a:latin typeface="Inter"/>
                <a:ea typeface="Inter"/>
                <a:cs typeface="Inter"/>
                <a:sym typeface="Inter"/>
              </a:rPr>
              <a:t> </a:t>
            </a:r>
            <a:r>
              <a:rPr b="1" lang="en-US" sz="1500">
                <a:solidFill>
                  <a:schemeClr val="accent3"/>
                </a:solidFill>
                <a:latin typeface="Inter"/>
                <a:ea typeface="Inter"/>
                <a:cs typeface="Inter"/>
                <a:sym typeface="Inter"/>
              </a:rPr>
              <a:t>3</a:t>
            </a:r>
            <a:r>
              <a:rPr lang="en-US" sz="1500">
                <a:solidFill>
                  <a:schemeClr val="accent3"/>
                </a:solidFill>
                <a:latin typeface="Inter"/>
                <a:ea typeface="Inter"/>
                <a:cs typeface="Inter"/>
                <a:sym typeface="Inter"/>
              </a:rPr>
              <a:t> </a:t>
            </a:r>
            <a:r>
              <a:rPr lang="en-US" sz="1500">
                <a:solidFill>
                  <a:schemeClr val="dk1"/>
                </a:solidFill>
                <a:latin typeface="Inter"/>
                <a:ea typeface="Inter"/>
                <a:cs typeface="Inter"/>
                <a:sym typeface="Inter"/>
              </a:rPr>
              <a:t>(idéalement </a:t>
            </a:r>
            <a:r>
              <a:rPr b="1" lang="en-US" sz="1500">
                <a:solidFill>
                  <a:schemeClr val="accent3"/>
                </a:solidFill>
                <a:latin typeface="Inter"/>
                <a:ea typeface="Inter"/>
                <a:cs typeface="Inter"/>
                <a:sym typeface="Inter"/>
              </a:rPr>
              <a:t>en mode "Canvas" </a:t>
            </a:r>
            <a:r>
              <a:rPr lang="en-US" sz="1500">
                <a:solidFill>
                  <a:schemeClr val="dk1"/>
                </a:solidFill>
                <a:latin typeface="Inter"/>
                <a:ea typeface="Inter"/>
                <a:cs typeface="Inter"/>
                <a:sym typeface="Inter"/>
              </a:rPr>
              <a:t>s'il s'agit de rédiger un long document, ou dans le chat classique pour un brainstorm).</a:t>
            </a:r>
            <a:endParaRPr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US" sz="1500">
                <a:solidFill>
                  <a:schemeClr val="dk1"/>
                </a:solidFill>
                <a:latin typeface="Inter"/>
                <a:ea typeface="Inter"/>
                <a:cs typeface="Inter"/>
                <a:sym typeface="Inter"/>
              </a:rPr>
              <a:t>Collez le texte</a:t>
            </a:r>
            <a:r>
              <a:rPr lang="en-US" sz="1500">
                <a:solidFill>
                  <a:schemeClr val="dk1"/>
                </a:solidFill>
                <a:latin typeface="Inter"/>
                <a:ea typeface="Inter"/>
                <a:cs typeface="Inter"/>
                <a:sym typeface="Inter"/>
              </a:rPr>
              <a:t> (</a:t>
            </a:r>
            <a:r>
              <a:rPr b="1" lang="en-US" sz="1500">
                <a:solidFill>
                  <a:schemeClr val="accent3"/>
                </a:solidFill>
                <a:latin typeface="Inter"/>
                <a:ea typeface="Inter"/>
                <a:cs typeface="Inter"/>
                <a:sym typeface="Inter"/>
              </a:rPr>
              <a:t>dans Notes ci-dessous</a:t>
            </a:r>
            <a:r>
              <a:rPr lang="en-US" sz="1500">
                <a:solidFill>
                  <a:schemeClr val="dk1"/>
                </a:solidFill>
                <a:latin typeface="Inter"/>
                <a:ea typeface="Inter"/>
                <a:cs typeface="Inter"/>
                <a:sym typeface="Inter"/>
              </a:rPr>
              <a:t>) tel quel.</a:t>
            </a:r>
            <a:endParaRPr sz="1500">
              <a:solidFill>
                <a:schemeClr val="dk1"/>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lang="en-US" sz="1700">
                <a:solidFill>
                  <a:schemeClr val="dk1"/>
                </a:solidFill>
                <a:highlight>
                  <a:srgbClr val="FFFF00"/>
                </a:highlight>
                <a:latin typeface="Inter"/>
                <a:ea typeface="Inter"/>
                <a:cs typeface="Inter"/>
                <a:sym typeface="Inter"/>
              </a:rPr>
              <a:t>Le PROMPT est dans les notes en-dessous ⏬</a:t>
            </a:r>
            <a:br>
              <a:rPr lang="en-US" sz="1700">
                <a:solidFill>
                  <a:schemeClr val="dk1"/>
                </a:solidFill>
                <a:highlight>
                  <a:srgbClr val="FFFF00"/>
                </a:highlight>
                <a:latin typeface="Inter"/>
                <a:ea typeface="Inter"/>
                <a:cs typeface="Inter"/>
                <a:sym typeface="Inter"/>
              </a:rPr>
            </a:br>
            <a:endParaRPr b="1"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US" sz="1500">
                <a:solidFill>
                  <a:schemeClr val="dk1"/>
                </a:solidFill>
                <a:latin typeface="Inter"/>
                <a:ea typeface="Inter"/>
                <a:cs typeface="Inter"/>
                <a:sym typeface="Inter"/>
              </a:rPr>
              <a:t>Remplacez simplement</a:t>
            </a:r>
            <a:r>
              <a:rPr lang="en-US" sz="1500">
                <a:solidFill>
                  <a:schemeClr val="dk1"/>
                </a:solidFill>
                <a:latin typeface="Inter"/>
                <a:ea typeface="Inter"/>
                <a:cs typeface="Inter"/>
                <a:sym typeface="Inter"/>
              </a:rPr>
              <a:t> la partie </a:t>
            </a:r>
            <a:r>
              <a:rPr lang="en-US" sz="1500">
                <a:solidFill>
                  <a:schemeClr val="accent3"/>
                </a:solidFill>
                <a:latin typeface="Inter"/>
                <a:ea typeface="Inter"/>
                <a:cs typeface="Inter"/>
                <a:sym typeface="Inter"/>
              </a:rPr>
              <a:t>[INSÉRER VOTRE SUJET / CLIENT ICI] </a:t>
            </a:r>
            <a:r>
              <a:rPr lang="en-US" sz="1500">
                <a:solidFill>
                  <a:schemeClr val="dk1"/>
                </a:solidFill>
                <a:latin typeface="Inter"/>
                <a:ea typeface="Inter"/>
                <a:cs typeface="Inter"/>
                <a:sym typeface="Inter"/>
              </a:rPr>
              <a:t>par votre brief </a:t>
            </a:r>
            <a:endParaRPr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US" sz="1500">
                <a:solidFill>
                  <a:schemeClr val="dk1"/>
                </a:solidFill>
                <a:latin typeface="Inter"/>
                <a:ea typeface="Inter"/>
                <a:cs typeface="Inter"/>
                <a:sym typeface="Inter"/>
              </a:rPr>
              <a:t>(ex: </a:t>
            </a:r>
            <a:r>
              <a:rPr i="1" lang="en-US" sz="1500">
                <a:solidFill>
                  <a:schemeClr val="dk1"/>
                </a:solidFill>
                <a:latin typeface="Inter"/>
                <a:ea typeface="Inter"/>
                <a:cs typeface="Inter"/>
                <a:sym typeface="Inter"/>
              </a:rPr>
              <a:t>"Accompagnement Data pour L'Oréal, focus sur la gouvernance des données produit"</a:t>
            </a:r>
            <a:r>
              <a:rPr lang="en-US" sz="1500">
                <a:solidFill>
                  <a:schemeClr val="dk1"/>
                </a:solidFill>
                <a:latin typeface="Inter"/>
                <a:ea typeface="Inter"/>
                <a:cs typeface="Inter"/>
                <a:sym typeface="Inter"/>
              </a:rPr>
              <a:t>).</a:t>
            </a:r>
            <a:endParaRPr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b="1" sz="15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US" sz="1500">
                <a:solidFill>
                  <a:schemeClr val="dk1"/>
                </a:solidFill>
                <a:latin typeface="Inter"/>
                <a:ea typeface="Inter"/>
                <a:cs typeface="Inter"/>
                <a:sym typeface="Inter"/>
              </a:rPr>
              <a:t>Appuyez sur Entrée</a:t>
            </a:r>
            <a:r>
              <a:rPr lang="en-US" sz="1500">
                <a:solidFill>
                  <a:schemeClr val="dk1"/>
                </a:solidFill>
                <a:latin typeface="Inter"/>
                <a:ea typeface="Inter"/>
                <a:cs typeface="Inter"/>
                <a:sym typeface="Inter"/>
              </a:rPr>
              <a:t>.</a:t>
            </a:r>
            <a:endParaRPr sz="1700">
              <a:solidFill>
                <a:schemeClr val="dk1"/>
              </a:solidFill>
              <a:highlight>
                <a:srgbClr val="FFFF00"/>
              </a:highlight>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48"/>
          <p:cNvSpPr/>
          <p:nvPr/>
        </p:nvSpPr>
        <p:spPr>
          <a:xfrm>
            <a:off x="975106" y="1645920"/>
            <a:ext cx="1828200" cy="548700"/>
          </a:xfrm>
          <a:prstGeom prst="rect">
            <a:avLst/>
          </a:prstGeom>
          <a:solidFill>
            <a:srgbClr val="3A3A3B"/>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48"/>
          <p:cNvSpPr txBox="1"/>
          <p:nvPr/>
        </p:nvSpPr>
        <p:spPr>
          <a:xfrm>
            <a:off x="3047206" y="164592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ANTHRACITE</a:t>
            </a:r>
            <a:endParaRPr/>
          </a:p>
        </p:txBody>
      </p:sp>
      <p:sp>
        <p:nvSpPr>
          <p:cNvPr id="396" name="Google Shape;396;p48"/>
          <p:cNvSpPr txBox="1"/>
          <p:nvPr/>
        </p:nvSpPr>
        <p:spPr>
          <a:xfrm>
            <a:off x="3047206" y="192024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#3A3A3B</a:t>
            </a:r>
            <a:endParaRPr/>
          </a:p>
        </p:txBody>
      </p:sp>
      <p:sp>
        <p:nvSpPr>
          <p:cNvPr id="397" name="Google Shape;397;p48"/>
          <p:cNvSpPr txBox="1"/>
          <p:nvPr/>
        </p:nvSpPr>
        <p:spPr>
          <a:xfrm>
            <a:off x="4993386" y="165319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Couleur principale</a:t>
            </a:r>
            <a:endParaRPr/>
          </a:p>
        </p:txBody>
      </p:sp>
      <p:sp>
        <p:nvSpPr>
          <p:cNvPr id="398" name="Google Shape;398;p48"/>
          <p:cNvSpPr/>
          <p:nvPr/>
        </p:nvSpPr>
        <p:spPr>
          <a:xfrm>
            <a:off x="975106" y="2377440"/>
            <a:ext cx="1828200" cy="548700"/>
          </a:xfrm>
          <a:prstGeom prst="rect">
            <a:avLst/>
          </a:prstGeom>
          <a:solidFill>
            <a:srgbClr val="1F1F1F"/>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48"/>
          <p:cNvSpPr txBox="1"/>
          <p:nvPr/>
        </p:nvSpPr>
        <p:spPr>
          <a:xfrm>
            <a:off x="3047206" y="237744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NOIR PROFOND</a:t>
            </a:r>
            <a:endParaRPr/>
          </a:p>
        </p:txBody>
      </p:sp>
      <p:sp>
        <p:nvSpPr>
          <p:cNvPr id="400" name="Google Shape;400;p48"/>
          <p:cNvSpPr txBox="1"/>
          <p:nvPr/>
        </p:nvSpPr>
        <p:spPr>
          <a:xfrm>
            <a:off x="3047206" y="265176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#1F1F1F</a:t>
            </a:r>
            <a:endParaRPr/>
          </a:p>
        </p:txBody>
      </p:sp>
      <p:sp>
        <p:nvSpPr>
          <p:cNvPr id="401" name="Google Shape;401;p48"/>
          <p:cNvSpPr txBox="1"/>
          <p:nvPr/>
        </p:nvSpPr>
        <p:spPr>
          <a:xfrm>
            <a:off x="4993386" y="238471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Titres H1</a:t>
            </a:r>
            <a:endParaRPr/>
          </a:p>
        </p:txBody>
      </p:sp>
      <p:sp>
        <p:nvSpPr>
          <p:cNvPr id="402" name="Google Shape;402;p48"/>
          <p:cNvSpPr/>
          <p:nvPr/>
        </p:nvSpPr>
        <p:spPr>
          <a:xfrm>
            <a:off x="975106" y="3108960"/>
            <a:ext cx="1828200" cy="548700"/>
          </a:xfrm>
          <a:prstGeom prst="rect">
            <a:avLst/>
          </a:prstGeom>
          <a:solidFill>
            <a:srgbClr val="474747"/>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48"/>
          <p:cNvSpPr txBox="1"/>
          <p:nvPr/>
        </p:nvSpPr>
        <p:spPr>
          <a:xfrm>
            <a:off x="3047206" y="310896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GRIS MOYEN</a:t>
            </a:r>
            <a:endParaRPr/>
          </a:p>
        </p:txBody>
      </p:sp>
      <p:sp>
        <p:nvSpPr>
          <p:cNvPr id="404" name="Google Shape;404;p48"/>
          <p:cNvSpPr txBox="1"/>
          <p:nvPr/>
        </p:nvSpPr>
        <p:spPr>
          <a:xfrm>
            <a:off x="3047206" y="338328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#474747</a:t>
            </a:r>
            <a:endParaRPr/>
          </a:p>
        </p:txBody>
      </p:sp>
      <p:sp>
        <p:nvSpPr>
          <p:cNvPr id="405" name="Google Shape;405;p48"/>
          <p:cNvSpPr txBox="1"/>
          <p:nvPr/>
        </p:nvSpPr>
        <p:spPr>
          <a:xfrm>
            <a:off x="4993386" y="311623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Texte courant</a:t>
            </a:r>
            <a:endParaRPr/>
          </a:p>
        </p:txBody>
      </p:sp>
      <p:sp>
        <p:nvSpPr>
          <p:cNvPr id="406" name="Google Shape;406;p48"/>
          <p:cNvSpPr/>
          <p:nvPr/>
        </p:nvSpPr>
        <p:spPr>
          <a:xfrm>
            <a:off x="975106" y="3840480"/>
            <a:ext cx="1828200" cy="548700"/>
          </a:xfrm>
          <a:prstGeom prst="rect">
            <a:avLst/>
          </a:prstGeom>
          <a:solidFill>
            <a:srgbClr val="FBF0F4"/>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48"/>
          <p:cNvSpPr txBox="1"/>
          <p:nvPr/>
        </p:nvSpPr>
        <p:spPr>
          <a:xfrm>
            <a:off x="3047206" y="384048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ROSE POUDRÉ</a:t>
            </a:r>
            <a:endParaRPr/>
          </a:p>
        </p:txBody>
      </p:sp>
      <p:sp>
        <p:nvSpPr>
          <p:cNvPr id="408" name="Google Shape;408;p48"/>
          <p:cNvSpPr txBox="1"/>
          <p:nvPr/>
        </p:nvSpPr>
        <p:spPr>
          <a:xfrm>
            <a:off x="3047206" y="411480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#FBF0F4</a:t>
            </a:r>
            <a:endParaRPr/>
          </a:p>
        </p:txBody>
      </p:sp>
      <p:sp>
        <p:nvSpPr>
          <p:cNvPr id="409" name="Google Shape;409;p48"/>
          <p:cNvSpPr txBox="1"/>
          <p:nvPr/>
        </p:nvSpPr>
        <p:spPr>
          <a:xfrm>
            <a:off x="4993386" y="384775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Fonds doux</a:t>
            </a:r>
            <a:endParaRPr/>
          </a:p>
        </p:txBody>
      </p:sp>
      <p:sp>
        <p:nvSpPr>
          <p:cNvPr id="410" name="Google Shape;410;p48"/>
          <p:cNvSpPr/>
          <p:nvPr/>
        </p:nvSpPr>
        <p:spPr>
          <a:xfrm>
            <a:off x="975106" y="4572000"/>
            <a:ext cx="1828200" cy="548700"/>
          </a:xfrm>
          <a:prstGeom prst="rect">
            <a:avLst/>
          </a:prstGeom>
          <a:solidFill>
            <a:schemeClr val="accent2"/>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48"/>
          <p:cNvSpPr txBox="1"/>
          <p:nvPr/>
        </p:nvSpPr>
        <p:spPr>
          <a:xfrm>
            <a:off x="3047206" y="457200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TERRACOTTA</a:t>
            </a:r>
            <a:endParaRPr/>
          </a:p>
        </p:txBody>
      </p:sp>
      <p:sp>
        <p:nvSpPr>
          <p:cNvPr id="412" name="Google Shape;412;p48"/>
          <p:cNvSpPr txBox="1"/>
          <p:nvPr/>
        </p:nvSpPr>
        <p:spPr>
          <a:xfrm>
            <a:off x="3047206" y="484632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a:solidFill>
                  <a:srgbClr val="474747"/>
                </a:solidFill>
                <a:latin typeface="Calibri"/>
                <a:ea typeface="Calibri"/>
                <a:cs typeface="Calibri"/>
                <a:sym typeface="Calibri"/>
              </a:rPr>
              <a:t>#c0504dff</a:t>
            </a:r>
            <a:endParaRPr/>
          </a:p>
        </p:txBody>
      </p:sp>
      <p:sp>
        <p:nvSpPr>
          <p:cNvPr id="413" name="Google Shape;413;p48"/>
          <p:cNvSpPr txBox="1"/>
          <p:nvPr/>
        </p:nvSpPr>
        <p:spPr>
          <a:xfrm>
            <a:off x="4993386" y="457927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Accent chaud</a:t>
            </a:r>
            <a:endParaRPr/>
          </a:p>
        </p:txBody>
      </p:sp>
      <p:sp>
        <p:nvSpPr>
          <p:cNvPr id="414" name="Google Shape;414;p48"/>
          <p:cNvSpPr/>
          <p:nvPr/>
        </p:nvSpPr>
        <p:spPr>
          <a:xfrm>
            <a:off x="975106" y="5303520"/>
            <a:ext cx="1828200" cy="548700"/>
          </a:xfrm>
          <a:prstGeom prst="rect">
            <a:avLst/>
          </a:prstGeom>
          <a:solidFill>
            <a:schemeClr val="accent3"/>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48"/>
          <p:cNvSpPr txBox="1"/>
          <p:nvPr/>
        </p:nvSpPr>
        <p:spPr>
          <a:xfrm>
            <a:off x="3047206" y="5303520"/>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A3A3B"/>
                </a:solidFill>
                <a:latin typeface="Calibri"/>
                <a:ea typeface="Calibri"/>
                <a:cs typeface="Calibri"/>
                <a:sym typeface="Calibri"/>
              </a:rPr>
              <a:t>CORAIL</a:t>
            </a:r>
            <a:endParaRPr/>
          </a:p>
        </p:txBody>
      </p:sp>
      <p:sp>
        <p:nvSpPr>
          <p:cNvPr id="416" name="Google Shape;416;p48"/>
          <p:cNvSpPr txBox="1"/>
          <p:nvPr/>
        </p:nvSpPr>
        <p:spPr>
          <a:xfrm>
            <a:off x="3047206" y="5577840"/>
            <a:ext cx="2437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#FF6B58</a:t>
            </a:r>
            <a:endParaRPr/>
          </a:p>
        </p:txBody>
      </p:sp>
      <p:sp>
        <p:nvSpPr>
          <p:cNvPr id="417" name="Google Shape;417;p48"/>
          <p:cNvSpPr txBox="1"/>
          <p:nvPr/>
        </p:nvSpPr>
        <p:spPr>
          <a:xfrm>
            <a:off x="4993386" y="5310794"/>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Accent vif</a:t>
            </a:r>
            <a:endParaRPr/>
          </a:p>
        </p:txBody>
      </p:sp>
      <p:sp>
        <p:nvSpPr>
          <p:cNvPr id="418" name="Google Shape;418;p48"/>
          <p:cNvSpPr txBox="1"/>
          <p:nvPr>
            <p:ph type="title"/>
          </p:nvPr>
        </p:nvSpPr>
        <p:spPr>
          <a:xfrm>
            <a:off x="839781" y="165100"/>
            <a:ext cx="11268600" cy="673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a:t>Palette de couleurs WEnvision 2025</a:t>
            </a:r>
            <a:endParaRPr/>
          </a:p>
        </p:txBody>
      </p:sp>
      <p:sp>
        <p:nvSpPr>
          <p:cNvPr id="419" name="Google Shape;419;p48"/>
          <p:cNvSpPr/>
          <p:nvPr/>
        </p:nvSpPr>
        <p:spPr>
          <a:xfrm>
            <a:off x="975106" y="6035045"/>
            <a:ext cx="1828200" cy="548700"/>
          </a:xfrm>
          <a:prstGeom prst="rect">
            <a:avLst/>
          </a:prstGeom>
          <a:solidFill>
            <a:schemeClr val="lt2"/>
          </a:solidFill>
          <a:ln cap="flat" cmpd="sng" w="12700">
            <a:solidFill>
              <a:srgbClr val="4747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48"/>
          <p:cNvSpPr txBox="1"/>
          <p:nvPr/>
        </p:nvSpPr>
        <p:spPr>
          <a:xfrm>
            <a:off x="3047206" y="6236043"/>
            <a:ext cx="170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#eeeeee</a:t>
            </a:r>
            <a:endParaRPr/>
          </a:p>
        </p:txBody>
      </p:sp>
      <p:sp>
        <p:nvSpPr>
          <p:cNvPr id="421" name="Google Shape;421;p48"/>
          <p:cNvSpPr txBox="1"/>
          <p:nvPr/>
        </p:nvSpPr>
        <p:spPr>
          <a:xfrm>
            <a:off x="3047206" y="6035045"/>
            <a:ext cx="2437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A3A3B"/>
                </a:solidFill>
                <a:latin typeface="Calibri"/>
                <a:ea typeface="Calibri"/>
                <a:cs typeface="Calibri"/>
                <a:sym typeface="Calibri"/>
              </a:rPr>
              <a:t>GRIS CLAIR</a:t>
            </a:r>
            <a:endParaRPr/>
          </a:p>
        </p:txBody>
      </p:sp>
      <p:sp>
        <p:nvSpPr>
          <p:cNvPr id="422" name="Google Shape;422;p48"/>
          <p:cNvSpPr txBox="1"/>
          <p:nvPr/>
        </p:nvSpPr>
        <p:spPr>
          <a:xfrm>
            <a:off x="4999011" y="6058679"/>
            <a:ext cx="4875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474747"/>
                </a:solidFill>
                <a:latin typeface="Calibri"/>
                <a:ea typeface="Calibri"/>
                <a:cs typeface="Calibri"/>
                <a:sym typeface="Calibri"/>
              </a:rPr>
              <a:t>Fonds </a:t>
            </a:r>
            <a:r>
              <a:rPr lang="en-US">
                <a:solidFill>
                  <a:srgbClr val="474747"/>
                </a:solidFill>
                <a:latin typeface="Calibri"/>
                <a:ea typeface="Calibri"/>
                <a:cs typeface="Calibri"/>
                <a:sym typeface="Calibri"/>
              </a:rPr>
              <a:t>neutre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9"/>
          <p:cNvSpPr txBox="1"/>
          <p:nvPr>
            <p:ph type="title"/>
          </p:nvPr>
        </p:nvSpPr>
        <p:spPr>
          <a:xfrm>
            <a:off x="1574656" y="1353633"/>
            <a:ext cx="8153100" cy="1139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latin typeface="Chakra Petch"/>
                <a:ea typeface="Chakra Petch"/>
                <a:cs typeface="Chakra Petch"/>
                <a:sym typeface="Chakra Petch"/>
              </a:rPr>
              <a:t>01 - NOTRE COMPRÉHENSION DU CONTEXTE</a:t>
            </a:r>
            <a:endParaRPr>
              <a:latin typeface="Chakra Petch"/>
              <a:ea typeface="Chakra Petch"/>
              <a:cs typeface="Chakra Petch"/>
              <a:sym typeface="Chakra Petch"/>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0"/>
          <p:cNvSpPr txBox="1"/>
          <p:nvPr>
            <p:ph type="title"/>
          </p:nvPr>
        </p:nvSpPr>
        <p:spPr>
          <a:xfrm>
            <a:off x="839781" y="386933"/>
            <a:ext cx="11268600" cy="451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a:latin typeface="Chakra Petch"/>
                <a:ea typeface="Chakra Petch"/>
                <a:cs typeface="Chakra Petch"/>
                <a:sym typeface="Chakra Petch"/>
              </a:rPr>
              <a:t>Contexte et objectifs de la mission</a:t>
            </a:r>
            <a:endParaRPr>
              <a:latin typeface="Chakra Petch"/>
              <a:ea typeface="Chakra Petch"/>
              <a:cs typeface="Chakra Petch"/>
              <a:sym typeface="Chakra Petch"/>
            </a:endParaRPr>
          </a:p>
        </p:txBody>
      </p:sp>
      <p:sp>
        <p:nvSpPr>
          <p:cNvPr id="433" name="Google Shape;433;p50"/>
          <p:cNvSpPr txBox="1"/>
          <p:nvPr>
            <p:ph idx="1" type="subTitle"/>
          </p:nvPr>
        </p:nvSpPr>
        <p:spPr>
          <a:xfrm>
            <a:off x="839781" y="125333"/>
            <a:ext cx="10953600" cy="261600"/>
          </a:xfrm>
          <a:prstGeom prst="rect">
            <a:avLst/>
          </a:prstGeom>
        </p:spPr>
        <p:txBody>
          <a:bodyPr anchorCtr="0" anchor="t" bIns="18000" lIns="18000" spcFirstLastPara="1" rIns="18000" wrap="square" tIns="18000">
            <a:noAutofit/>
          </a:bodyPr>
          <a:lstStyle/>
          <a:p>
            <a:pPr indent="0" lvl="0" marL="0" rtl="0" algn="l">
              <a:spcBef>
                <a:spcPts val="0"/>
              </a:spcBef>
              <a:spcAft>
                <a:spcPts val="0"/>
              </a:spcAft>
              <a:buNone/>
            </a:pPr>
            <a:r>
              <a:rPr lang="en-US"/>
              <a:t>NOTRE COMPRÉHENSION DU CONTEXTE</a:t>
            </a:r>
            <a:endParaRPr/>
          </a:p>
        </p:txBody>
      </p:sp>
      <p:sp>
        <p:nvSpPr>
          <p:cNvPr id="434" name="Google Shape;434;p50"/>
          <p:cNvSpPr/>
          <p:nvPr/>
        </p:nvSpPr>
        <p:spPr>
          <a:xfrm>
            <a:off x="0" y="6136100"/>
            <a:ext cx="12188700" cy="722100"/>
          </a:xfrm>
          <a:prstGeom prst="rect">
            <a:avLst/>
          </a:prstGeom>
          <a:solidFill>
            <a:srgbClr val="000000"/>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solidFill>
                  <a:schemeClr val="lt1"/>
                </a:solidFill>
                <a:latin typeface="Chakra Petch"/>
                <a:ea typeface="Chakra Petch"/>
                <a:cs typeface="Chakra Petch"/>
                <a:sym typeface="Chakra Petch"/>
              </a:rPr>
              <a:t>WEnvision propose d'accompagner {Client} dans {Mission}</a:t>
            </a:r>
            <a:endParaRPr sz="1700">
              <a:solidFill>
                <a:srgbClr val="FFFFFF"/>
              </a:solidFill>
              <a:latin typeface="Chakra Petch"/>
              <a:ea typeface="Chakra Petch"/>
              <a:cs typeface="Chakra Petch"/>
              <a:sym typeface="Chakra Petch"/>
            </a:endParaRPr>
          </a:p>
        </p:txBody>
      </p:sp>
      <p:sp>
        <p:nvSpPr>
          <p:cNvPr id="435" name="Google Shape;435;p50"/>
          <p:cNvSpPr/>
          <p:nvPr/>
        </p:nvSpPr>
        <p:spPr>
          <a:xfrm>
            <a:off x="437219" y="1455833"/>
            <a:ext cx="5403000" cy="4307100"/>
          </a:xfrm>
          <a:prstGeom prst="rect">
            <a:avLst/>
          </a:prstGeom>
          <a:solidFill>
            <a:srgbClr val="EEEEEE"/>
          </a:solidFill>
          <a:ln>
            <a:noFill/>
          </a:ln>
        </p:spPr>
        <p:txBody>
          <a:bodyPr anchorCtr="0" anchor="t" bIns="121875" lIns="121875" spcFirstLastPara="1" rIns="121875" wrap="square" tIns="215975">
            <a:noAutofit/>
          </a:bodyPr>
          <a:lstStyle/>
          <a:p>
            <a:pPr indent="0" lvl="0" marL="0" rtl="0" algn="just">
              <a:spcBef>
                <a:spcPts val="0"/>
              </a:spcBef>
              <a:spcAft>
                <a:spcPts val="0"/>
              </a:spcAft>
              <a:buNone/>
            </a:pPr>
            <a:r>
              <a:t/>
            </a:r>
            <a:endParaRPr sz="1300">
              <a:latin typeface="Inter"/>
              <a:ea typeface="Inter"/>
              <a:cs typeface="Inter"/>
              <a:sym typeface="Inter"/>
            </a:endParaRPr>
          </a:p>
          <a:p>
            <a:pPr indent="0" lvl="0" marL="0" rtl="0" algn="just">
              <a:spcBef>
                <a:spcPts val="0"/>
              </a:spcBef>
              <a:spcAft>
                <a:spcPts val="0"/>
              </a:spcAft>
              <a:buNone/>
            </a:pPr>
            <a:r>
              <a:rPr lang="en-US" sz="1300">
                <a:latin typeface="Inter"/>
                <a:ea typeface="Inter"/>
                <a:cs typeface="Inter"/>
                <a:sym typeface="Inter"/>
              </a:rPr>
              <a:t>{Client} s'intéresse à …</a:t>
            </a:r>
            <a:endParaRPr sz="1300">
              <a:latin typeface="Inter"/>
              <a:ea typeface="Inter"/>
              <a:cs typeface="Inter"/>
              <a:sym typeface="Inter"/>
            </a:endParaRPr>
          </a:p>
          <a:p>
            <a:pPr indent="0" lvl="0" marL="0" rtl="0" algn="just">
              <a:spcBef>
                <a:spcPts val="0"/>
              </a:spcBef>
              <a:spcAft>
                <a:spcPts val="0"/>
              </a:spcAft>
              <a:buNone/>
            </a:pPr>
            <a:r>
              <a:t/>
            </a:r>
            <a:endParaRPr sz="1300">
              <a:latin typeface="Inter"/>
              <a:ea typeface="Inter"/>
              <a:cs typeface="Inter"/>
              <a:sym typeface="Inter"/>
            </a:endParaRPr>
          </a:p>
          <a:p>
            <a:pPr indent="0" lvl="0" marL="0" rtl="0" algn="just">
              <a:spcBef>
                <a:spcPts val="0"/>
              </a:spcBef>
              <a:spcAft>
                <a:spcPts val="0"/>
              </a:spcAft>
              <a:buNone/>
            </a:pPr>
            <a:r>
              <a:rPr lang="en-US" sz="1300">
                <a:latin typeface="Inter"/>
                <a:ea typeface="Inter"/>
                <a:cs typeface="Inter"/>
                <a:sym typeface="Inter"/>
              </a:rPr>
              <a:t>Notre compréhension du contexte :</a:t>
            </a:r>
            <a:endParaRPr sz="1300">
              <a:latin typeface="Inter"/>
              <a:ea typeface="Inter"/>
              <a:cs typeface="Inter"/>
              <a:sym typeface="Inter"/>
            </a:endParaRPr>
          </a:p>
          <a:p>
            <a:pPr indent="-387350" lvl="0" marL="609600" rtl="0" algn="just">
              <a:spcBef>
                <a:spcPts val="0"/>
              </a:spcBef>
              <a:spcAft>
                <a:spcPts val="0"/>
              </a:spcAft>
              <a:buSzPts val="1300"/>
              <a:buFont typeface="Inter"/>
              <a:buChar char="-"/>
            </a:pPr>
            <a:r>
              <a:rPr lang="en-US" sz="1300">
                <a:latin typeface="Inter"/>
                <a:ea typeface="Inter"/>
                <a:cs typeface="Inter"/>
                <a:sym typeface="Inter"/>
              </a:rPr>
              <a:t>Qui ? (Entreprise, Département, Équipe, Personna)</a:t>
            </a:r>
            <a:endParaRPr sz="1300">
              <a:latin typeface="Inter"/>
              <a:ea typeface="Inter"/>
              <a:cs typeface="Inter"/>
              <a:sym typeface="Inter"/>
            </a:endParaRPr>
          </a:p>
          <a:p>
            <a:pPr indent="-387350" lvl="0" marL="609600" rtl="0" algn="just">
              <a:spcBef>
                <a:spcPts val="0"/>
              </a:spcBef>
              <a:spcAft>
                <a:spcPts val="0"/>
              </a:spcAft>
              <a:buSzPts val="1300"/>
              <a:buFont typeface="Inter"/>
              <a:buChar char="-"/>
            </a:pPr>
            <a:r>
              <a:rPr lang="en-US" sz="1300">
                <a:latin typeface="Inter"/>
                <a:ea typeface="Inter"/>
                <a:cs typeface="Inter"/>
                <a:sym typeface="Inter"/>
              </a:rPr>
              <a:t>Quoi ? (Sujet : </a:t>
            </a:r>
            <a:r>
              <a:rPr lang="en-US" sz="1300">
                <a:solidFill>
                  <a:schemeClr val="dk1"/>
                </a:solidFill>
                <a:latin typeface="Inter"/>
                <a:ea typeface="Inter"/>
                <a:cs typeface="Inter"/>
                <a:sym typeface="Inter"/>
              </a:rPr>
              <a:t>Data, Produit, Plateforme)</a:t>
            </a:r>
            <a:endParaRPr sz="1300">
              <a:latin typeface="Inter"/>
              <a:ea typeface="Inter"/>
              <a:cs typeface="Inter"/>
              <a:sym typeface="Inter"/>
            </a:endParaRPr>
          </a:p>
          <a:p>
            <a:pPr indent="-387350" lvl="0" marL="609600" rtl="0" algn="just">
              <a:spcBef>
                <a:spcPts val="0"/>
              </a:spcBef>
              <a:spcAft>
                <a:spcPts val="0"/>
              </a:spcAft>
              <a:buSzPts val="1300"/>
              <a:buFont typeface="Inter"/>
              <a:buChar char="-"/>
            </a:pPr>
            <a:r>
              <a:rPr lang="en-US" sz="1300">
                <a:latin typeface="Inter"/>
                <a:ea typeface="Inter"/>
                <a:cs typeface="Inter"/>
                <a:sym typeface="Inter"/>
              </a:rPr>
              <a:t>Pourquoi ? (Besoin : Irritants métiers, Hype, Demande hierarchie)</a:t>
            </a:r>
            <a:endParaRPr sz="1300">
              <a:latin typeface="Inter"/>
              <a:ea typeface="Inter"/>
              <a:cs typeface="Inter"/>
              <a:sym typeface="Inter"/>
            </a:endParaRPr>
          </a:p>
          <a:p>
            <a:pPr indent="0" lvl="0" marL="0" rtl="0" algn="just">
              <a:spcBef>
                <a:spcPts val="0"/>
              </a:spcBef>
              <a:spcAft>
                <a:spcPts val="0"/>
              </a:spcAft>
              <a:buNone/>
            </a:pPr>
            <a:r>
              <a:t/>
            </a:r>
            <a:endParaRPr sz="1300">
              <a:latin typeface="Inter"/>
              <a:ea typeface="Inter"/>
              <a:cs typeface="Inter"/>
              <a:sym typeface="Inter"/>
            </a:endParaRPr>
          </a:p>
          <a:p>
            <a:pPr indent="0" lvl="0" marL="0" rtl="0" algn="just">
              <a:spcBef>
                <a:spcPts val="0"/>
              </a:spcBef>
              <a:spcAft>
                <a:spcPts val="0"/>
              </a:spcAft>
              <a:buNone/>
            </a:pPr>
            <a:r>
              <a:rPr lang="en-US" sz="1300">
                <a:latin typeface="Inter"/>
                <a:ea typeface="Inter"/>
                <a:cs typeface="Inter"/>
                <a:sym typeface="Inter"/>
              </a:rPr>
              <a:t>{Client} fait donc appel à de l'aide externe…</a:t>
            </a:r>
            <a:endParaRPr sz="1300">
              <a:latin typeface="Inter"/>
              <a:ea typeface="Inter"/>
              <a:cs typeface="Inter"/>
              <a:sym typeface="Inter"/>
            </a:endParaRPr>
          </a:p>
        </p:txBody>
      </p:sp>
      <p:sp>
        <p:nvSpPr>
          <p:cNvPr id="436" name="Google Shape;436;p50"/>
          <p:cNvSpPr/>
          <p:nvPr/>
        </p:nvSpPr>
        <p:spPr>
          <a:xfrm>
            <a:off x="6348646" y="1455833"/>
            <a:ext cx="5403000" cy="4307100"/>
          </a:xfrm>
          <a:prstGeom prst="rect">
            <a:avLst/>
          </a:prstGeom>
          <a:solidFill>
            <a:srgbClr val="EEEEEE"/>
          </a:solidFill>
          <a:ln>
            <a:noFill/>
          </a:ln>
        </p:spPr>
        <p:txBody>
          <a:bodyPr anchorCtr="0" anchor="t" bIns="121875" lIns="121875" spcFirstLastPara="1" rIns="121875" wrap="square" tIns="215975">
            <a:noAutofit/>
          </a:bodyPr>
          <a:lstStyle/>
          <a:p>
            <a:pPr indent="0" lvl="0" marL="0" rtl="0" algn="l">
              <a:lnSpc>
                <a:spcPct val="115000"/>
              </a:lnSpc>
              <a:spcBef>
                <a:spcPts val="0"/>
              </a:spcBef>
              <a:spcAft>
                <a:spcPts val="0"/>
              </a:spcAft>
              <a:buClr>
                <a:srgbClr val="000000"/>
              </a:buClr>
              <a:buSzPts val="1500"/>
              <a:buFont typeface="Arial"/>
              <a:buNone/>
            </a:pPr>
            <a:r>
              <a:t/>
            </a:r>
            <a:endParaRPr sz="1300">
              <a:latin typeface="Inter"/>
              <a:ea typeface="Inter"/>
              <a:cs typeface="Inter"/>
              <a:sym typeface="Inter"/>
            </a:endParaRPr>
          </a:p>
          <a:p>
            <a:pPr indent="0" lvl="0" marL="0" rtl="0" algn="l">
              <a:lnSpc>
                <a:spcPct val="115000"/>
              </a:lnSpc>
              <a:spcBef>
                <a:spcPts val="0"/>
              </a:spcBef>
              <a:spcAft>
                <a:spcPts val="0"/>
              </a:spcAft>
              <a:buClr>
                <a:srgbClr val="000000"/>
              </a:buClr>
              <a:buSzPts val="1500"/>
              <a:buFont typeface="Arial"/>
              <a:buNone/>
            </a:pPr>
            <a:r>
              <a:rPr lang="en-US" sz="1300">
                <a:latin typeface="Inter"/>
                <a:ea typeface="Inter"/>
                <a:cs typeface="Inter"/>
                <a:sym typeface="Inter"/>
              </a:rPr>
              <a:t>WEnvision se propose pour répondre ....</a:t>
            </a:r>
            <a:endParaRPr sz="1300">
              <a:latin typeface="Inter"/>
              <a:ea typeface="Inter"/>
              <a:cs typeface="Inter"/>
              <a:sym typeface="Inter"/>
            </a:endParaRPr>
          </a:p>
          <a:p>
            <a:pPr indent="0" lvl="0" marL="0" rtl="0" algn="l">
              <a:lnSpc>
                <a:spcPct val="115000"/>
              </a:lnSpc>
              <a:spcBef>
                <a:spcPts val="0"/>
              </a:spcBef>
              <a:spcAft>
                <a:spcPts val="0"/>
              </a:spcAft>
              <a:buClr>
                <a:srgbClr val="000000"/>
              </a:buClr>
              <a:buSzPts val="1500"/>
              <a:buFont typeface="Arial"/>
              <a:buNone/>
            </a:pPr>
            <a:r>
              <a:t/>
            </a:r>
            <a:endParaRPr sz="1300">
              <a:latin typeface="Inter"/>
              <a:ea typeface="Inter"/>
              <a:cs typeface="Inter"/>
              <a:sym typeface="Inter"/>
            </a:endParaRPr>
          </a:p>
          <a:p>
            <a:pPr indent="0" lvl="0" marL="0" rtl="0" algn="l">
              <a:lnSpc>
                <a:spcPct val="115000"/>
              </a:lnSpc>
              <a:spcBef>
                <a:spcPts val="0"/>
              </a:spcBef>
              <a:spcAft>
                <a:spcPts val="0"/>
              </a:spcAft>
              <a:buClr>
                <a:srgbClr val="000000"/>
              </a:buClr>
              <a:buSzPts val="1500"/>
              <a:buFont typeface="Arial"/>
              <a:buNone/>
            </a:pPr>
            <a:r>
              <a:rPr lang="en-US" sz="1300">
                <a:latin typeface="Inter"/>
                <a:ea typeface="Inter"/>
                <a:cs typeface="Inter"/>
                <a:sym typeface="Inter"/>
              </a:rPr>
              <a:t> Le cadre et les enjeux/objectifs pour la prestation :</a:t>
            </a:r>
            <a:endParaRPr sz="1300">
              <a:latin typeface="Inter"/>
              <a:ea typeface="Inter"/>
              <a:cs typeface="Inter"/>
              <a:sym typeface="Inter"/>
            </a:endParaRPr>
          </a:p>
          <a:p>
            <a:pPr indent="-387350" lvl="0" marL="609600" rtl="0" algn="l">
              <a:lnSpc>
                <a:spcPct val="115000"/>
              </a:lnSpc>
              <a:spcBef>
                <a:spcPts val="0"/>
              </a:spcBef>
              <a:spcAft>
                <a:spcPts val="0"/>
              </a:spcAft>
              <a:buSzPts val="1300"/>
              <a:buFont typeface="Inter"/>
              <a:buChar char="-"/>
            </a:pPr>
            <a:r>
              <a:rPr lang="en-US" sz="1300">
                <a:solidFill>
                  <a:schemeClr val="dk1"/>
                </a:solidFill>
                <a:latin typeface="Inter"/>
                <a:ea typeface="Inter"/>
                <a:cs typeface="Inter"/>
                <a:sym typeface="Inter"/>
              </a:rPr>
              <a:t>Comment ? (Démarche : Audit, Accompagnement, Transfo, Étapes, Lots, Sujets)</a:t>
            </a:r>
            <a:endParaRPr sz="1300">
              <a:solidFill>
                <a:schemeClr val="dk1"/>
              </a:solidFill>
              <a:latin typeface="Inter"/>
              <a:ea typeface="Inter"/>
              <a:cs typeface="Inter"/>
              <a:sym typeface="Inter"/>
            </a:endParaRPr>
          </a:p>
          <a:p>
            <a:pPr indent="0" lvl="0" marL="0" rtl="0" algn="l">
              <a:lnSpc>
                <a:spcPct val="115000"/>
              </a:lnSpc>
              <a:spcBef>
                <a:spcPts val="2000"/>
              </a:spcBef>
              <a:spcAft>
                <a:spcPts val="0"/>
              </a:spcAft>
              <a:buNone/>
            </a:pPr>
            <a:r>
              <a:rPr lang="en-US" sz="1300">
                <a:latin typeface="Inter"/>
                <a:ea typeface="Inter"/>
                <a:cs typeface="Inter"/>
                <a:sym typeface="Inter"/>
              </a:rPr>
              <a:t>Conditions de succès de la mission</a:t>
            </a:r>
            <a:endParaRPr sz="1300">
              <a:latin typeface="Inter"/>
              <a:ea typeface="Inter"/>
              <a:cs typeface="Inter"/>
              <a:sym typeface="Inter"/>
            </a:endParaRPr>
          </a:p>
          <a:p>
            <a:pPr indent="0" lvl="0" marL="0" rtl="0" algn="just">
              <a:spcBef>
                <a:spcPts val="0"/>
              </a:spcBef>
              <a:spcAft>
                <a:spcPts val="0"/>
              </a:spcAft>
              <a:buNone/>
            </a:pPr>
            <a:r>
              <a:t/>
            </a:r>
            <a:endParaRPr sz="900">
              <a:latin typeface="Inter"/>
              <a:ea typeface="Inter"/>
              <a:cs typeface="Inter"/>
              <a:sym typeface="Inter"/>
            </a:endParaRPr>
          </a:p>
        </p:txBody>
      </p:sp>
      <p:sp>
        <p:nvSpPr>
          <p:cNvPr id="437" name="Google Shape;437;p50"/>
          <p:cNvSpPr/>
          <p:nvPr/>
        </p:nvSpPr>
        <p:spPr>
          <a:xfrm>
            <a:off x="437219" y="1263300"/>
            <a:ext cx="2971200" cy="451200"/>
          </a:xfrm>
          <a:prstGeom prst="snip1Rect">
            <a:avLst>
              <a:gd fmla="val 16667" name="adj"/>
            </a:avLst>
          </a:prstGeom>
          <a:solidFill>
            <a:schemeClr val="accen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900">
                <a:solidFill>
                  <a:srgbClr val="FFFFFF"/>
                </a:solidFill>
                <a:latin typeface="Chakra Petch"/>
                <a:ea typeface="Chakra Petch"/>
                <a:cs typeface="Chakra Petch"/>
                <a:sym typeface="Chakra Petch"/>
              </a:rPr>
              <a:t>Contexte</a:t>
            </a:r>
            <a:endParaRPr b="1" sz="1900">
              <a:solidFill>
                <a:srgbClr val="FFFFFF"/>
              </a:solidFill>
              <a:latin typeface="Chakra Petch"/>
              <a:ea typeface="Chakra Petch"/>
              <a:cs typeface="Chakra Petch"/>
              <a:sym typeface="Chakra Petch"/>
            </a:endParaRPr>
          </a:p>
        </p:txBody>
      </p:sp>
      <p:sp>
        <p:nvSpPr>
          <p:cNvPr id="438" name="Google Shape;438;p50"/>
          <p:cNvSpPr/>
          <p:nvPr/>
        </p:nvSpPr>
        <p:spPr>
          <a:xfrm>
            <a:off x="6348646" y="1263300"/>
            <a:ext cx="2971200" cy="451200"/>
          </a:xfrm>
          <a:prstGeom prst="snip1Rect">
            <a:avLst>
              <a:gd fmla="val 16667" name="adj"/>
            </a:avLst>
          </a:prstGeom>
          <a:solidFill>
            <a:schemeClr val="accen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900">
                <a:solidFill>
                  <a:srgbClr val="FFFFFF"/>
                </a:solidFill>
                <a:latin typeface="Chakra Petch"/>
                <a:ea typeface="Chakra Petch"/>
                <a:cs typeface="Chakra Petch"/>
                <a:sym typeface="Chakra Petch"/>
              </a:rPr>
              <a:t>Objectifs</a:t>
            </a:r>
            <a:endParaRPr b="1" sz="1900">
              <a:solidFill>
                <a:srgbClr val="FFFFFF"/>
              </a:solidFill>
              <a:latin typeface="Chakra Petch"/>
              <a:ea typeface="Chakra Petch"/>
              <a:cs typeface="Chakra Petch"/>
              <a:sym typeface="Chakra Petch"/>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1"/>
          <p:cNvSpPr txBox="1"/>
          <p:nvPr>
            <p:ph type="title"/>
          </p:nvPr>
        </p:nvSpPr>
        <p:spPr>
          <a:xfrm>
            <a:off x="839781" y="386933"/>
            <a:ext cx="11268600" cy="451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a:t>Analyse du Contexte et des Objectifs</a:t>
            </a:r>
            <a:endParaRPr/>
          </a:p>
        </p:txBody>
      </p:sp>
      <p:sp>
        <p:nvSpPr>
          <p:cNvPr id="445" name="Google Shape;445;p51"/>
          <p:cNvSpPr txBox="1"/>
          <p:nvPr>
            <p:ph idx="1" type="subTitle"/>
          </p:nvPr>
        </p:nvSpPr>
        <p:spPr>
          <a:xfrm>
            <a:off x="839781" y="125333"/>
            <a:ext cx="10953600" cy="261600"/>
          </a:xfrm>
          <a:prstGeom prst="rect">
            <a:avLst/>
          </a:prstGeom>
        </p:spPr>
        <p:txBody>
          <a:bodyPr anchorCtr="0" anchor="t" bIns="18000" lIns="18000" spcFirstLastPara="1" rIns="18000" wrap="square" tIns="18000">
            <a:noAutofit/>
          </a:bodyPr>
          <a:lstStyle/>
          <a:p>
            <a:pPr indent="0" lvl="0" marL="0" rtl="0" algn="l">
              <a:spcBef>
                <a:spcPts val="0"/>
              </a:spcBef>
              <a:spcAft>
                <a:spcPts val="0"/>
              </a:spcAft>
              <a:buNone/>
            </a:pPr>
            <a:r>
              <a:rPr lang="en-US">
                <a:solidFill>
                  <a:schemeClr val="accent1"/>
                </a:solidFill>
              </a:rPr>
              <a:t>NOTRE COMPRÉHENSION DU CONTEXTE</a:t>
            </a:r>
            <a:endParaRPr/>
          </a:p>
        </p:txBody>
      </p:sp>
      <p:sp>
        <p:nvSpPr>
          <p:cNvPr id="446" name="Google Shape;446;p51"/>
          <p:cNvSpPr/>
          <p:nvPr/>
        </p:nvSpPr>
        <p:spPr>
          <a:xfrm>
            <a:off x="661319" y="1356518"/>
            <a:ext cx="10866300" cy="754200"/>
          </a:xfrm>
          <a:prstGeom prst="rect">
            <a:avLst/>
          </a:prstGeom>
          <a:solidFill>
            <a:srgbClr val="F9FAFB"/>
          </a:solid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3A3A3B"/>
              </a:buClr>
              <a:buSzPts val="1200"/>
              <a:buFont typeface="Inter"/>
              <a:buNone/>
            </a:pPr>
            <a:r>
              <a:rPr i="0" lang="en-US" sz="1200" u="none" cap="none" strike="noStrike">
                <a:solidFill>
                  <a:schemeClr val="dk1"/>
                </a:solidFill>
                <a:latin typeface="Inter"/>
                <a:ea typeface="Inter"/>
                <a:cs typeface="Inter"/>
                <a:sym typeface="Inter"/>
              </a:rPr>
              <a:t>Notre démarche commence par la démonstration d'une compréhension fine de votre réalité. Cet alignement sur le contexte, les parties prenantes et les objectifs constitue le fondement non négociable sur lequel nous bâtissons des transformations réussies.</a:t>
            </a:r>
            <a:endParaRPr i="0" sz="1200" u="none" cap="none" strike="noStrike">
              <a:solidFill>
                <a:schemeClr val="dk1"/>
              </a:solidFill>
              <a:latin typeface="Inter"/>
              <a:ea typeface="Inter"/>
              <a:cs typeface="Inter"/>
              <a:sym typeface="Inter"/>
            </a:endParaRPr>
          </a:p>
        </p:txBody>
      </p:sp>
      <p:sp>
        <p:nvSpPr>
          <p:cNvPr id="447" name="Google Shape;447;p51"/>
          <p:cNvSpPr/>
          <p:nvPr/>
        </p:nvSpPr>
        <p:spPr>
          <a:xfrm>
            <a:off x="661319" y="2287488"/>
            <a:ext cx="3517200" cy="2985900"/>
          </a:xfrm>
          <a:prstGeom prst="roundRect">
            <a:avLst>
              <a:gd fmla="val 2210" name="adj"/>
            </a:avLst>
          </a:prstGeom>
          <a:solidFill>
            <a:srgbClr val="E6F2F3"/>
          </a:solidFill>
          <a:ln cap="flat" cmpd="sng" w="7925">
            <a:solidFill>
              <a:srgbClr val="087E8B"/>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448" name="Google Shape;448;p51"/>
          <p:cNvSpPr/>
          <p:nvPr/>
        </p:nvSpPr>
        <p:spPr>
          <a:xfrm>
            <a:off x="824690" y="2450902"/>
            <a:ext cx="23562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800"/>
              <a:buFont typeface="Chakra Petch"/>
              <a:buNone/>
            </a:pPr>
            <a:r>
              <a:rPr b="1" i="0" lang="en-US" sz="1800" u="none" cap="none" strike="noStrike">
                <a:solidFill>
                  <a:schemeClr val="dk1"/>
                </a:solidFill>
                <a:latin typeface="Inter"/>
                <a:ea typeface="Inter"/>
                <a:cs typeface="Inter"/>
                <a:sym typeface="Inter"/>
              </a:rPr>
              <a:t>Qui ?</a:t>
            </a:r>
            <a:endParaRPr i="0" sz="1800" u="none" cap="none" strike="noStrike">
              <a:solidFill>
                <a:schemeClr val="dk1"/>
              </a:solidFill>
              <a:latin typeface="Inter"/>
              <a:ea typeface="Inter"/>
              <a:cs typeface="Inter"/>
              <a:sym typeface="Inter"/>
            </a:endParaRPr>
          </a:p>
        </p:txBody>
      </p:sp>
      <p:sp>
        <p:nvSpPr>
          <p:cNvPr id="449" name="Google Shape;449;p51"/>
          <p:cNvSpPr/>
          <p:nvPr/>
        </p:nvSpPr>
        <p:spPr>
          <a:xfrm>
            <a:off x="824690" y="2839641"/>
            <a:ext cx="3190800" cy="5028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FFFFFF"/>
              </a:buClr>
              <a:buSzPts val="1200"/>
              <a:buFont typeface="Inter"/>
              <a:buNone/>
            </a:pPr>
            <a:r>
              <a:rPr b="1" i="0" lang="en-US" sz="1200" u="none" cap="none" strike="noStrike">
                <a:solidFill>
                  <a:schemeClr val="dk1"/>
                </a:solidFill>
                <a:latin typeface="Inter"/>
                <a:ea typeface="Inter"/>
                <a:cs typeface="Inter"/>
                <a:sym typeface="Inter"/>
              </a:rPr>
              <a:t>Identifier les parties prenantes et les acteurs clés</a:t>
            </a:r>
            <a:endParaRPr i="0" sz="1200" u="none" cap="none" strike="noStrike">
              <a:solidFill>
                <a:schemeClr val="dk1"/>
              </a:solidFill>
              <a:latin typeface="Inter"/>
              <a:ea typeface="Inter"/>
              <a:cs typeface="Inter"/>
              <a:sym typeface="Inter"/>
            </a:endParaRPr>
          </a:p>
        </p:txBody>
      </p:sp>
      <p:sp>
        <p:nvSpPr>
          <p:cNvPr id="450" name="Google Shape;450;p51"/>
          <p:cNvSpPr/>
          <p:nvPr/>
        </p:nvSpPr>
        <p:spPr>
          <a:xfrm>
            <a:off x="824690" y="3436739"/>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Entreprise et département concerné</a:t>
            </a:r>
            <a:endParaRPr i="0" sz="1200" u="none" cap="none" strike="noStrike">
              <a:solidFill>
                <a:schemeClr val="dk1"/>
              </a:solidFill>
              <a:latin typeface="Inter"/>
              <a:ea typeface="Inter"/>
              <a:cs typeface="Inter"/>
              <a:sym typeface="Inter"/>
            </a:endParaRPr>
          </a:p>
        </p:txBody>
      </p:sp>
      <p:sp>
        <p:nvSpPr>
          <p:cNvPr id="451" name="Google Shape;451;p51"/>
          <p:cNvSpPr/>
          <p:nvPr/>
        </p:nvSpPr>
        <p:spPr>
          <a:xfrm>
            <a:off x="824690" y="3743127"/>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Membres de l'équipe et leurs profils</a:t>
            </a:r>
            <a:endParaRPr i="0" sz="1200" u="none" cap="none" strike="noStrike">
              <a:solidFill>
                <a:schemeClr val="dk1"/>
              </a:solidFill>
              <a:latin typeface="Inter"/>
              <a:ea typeface="Inter"/>
              <a:cs typeface="Inter"/>
              <a:sym typeface="Inter"/>
            </a:endParaRPr>
          </a:p>
        </p:txBody>
      </p:sp>
      <p:sp>
        <p:nvSpPr>
          <p:cNvPr id="452" name="Google Shape;452;p51"/>
          <p:cNvSpPr/>
          <p:nvPr/>
        </p:nvSpPr>
        <p:spPr>
          <a:xfrm>
            <a:off x="824690" y="4049514"/>
            <a:ext cx="3190800" cy="5028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Décideurs, sponsors et utilisateurs finaux</a:t>
            </a:r>
            <a:endParaRPr i="0" sz="1200" u="none" cap="none" strike="noStrike">
              <a:solidFill>
                <a:schemeClr val="dk1"/>
              </a:solidFill>
              <a:latin typeface="Inter"/>
              <a:ea typeface="Inter"/>
              <a:cs typeface="Inter"/>
              <a:sym typeface="Inter"/>
            </a:endParaRPr>
          </a:p>
        </p:txBody>
      </p:sp>
      <p:sp>
        <p:nvSpPr>
          <p:cNvPr id="453" name="Google Shape;453;p51"/>
          <p:cNvSpPr/>
          <p:nvPr/>
        </p:nvSpPr>
        <p:spPr>
          <a:xfrm>
            <a:off x="824690" y="4607322"/>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Rôles et responsabilités de chacun</a:t>
            </a:r>
            <a:endParaRPr i="0" sz="1200" u="none" cap="none" strike="noStrike">
              <a:solidFill>
                <a:schemeClr val="dk1"/>
              </a:solidFill>
              <a:latin typeface="Inter"/>
              <a:ea typeface="Inter"/>
              <a:cs typeface="Inter"/>
              <a:sym typeface="Inter"/>
            </a:endParaRPr>
          </a:p>
        </p:txBody>
      </p:sp>
      <p:sp>
        <p:nvSpPr>
          <p:cNvPr id="454" name="Google Shape;454;p51"/>
          <p:cNvSpPr/>
          <p:nvPr/>
        </p:nvSpPr>
        <p:spPr>
          <a:xfrm>
            <a:off x="4335722" y="2287488"/>
            <a:ext cx="3517200" cy="2985900"/>
          </a:xfrm>
          <a:prstGeom prst="roundRect">
            <a:avLst>
              <a:gd fmla="val 2210" name="adj"/>
            </a:avLst>
          </a:prstGeom>
          <a:solidFill>
            <a:srgbClr val="FCF6ED"/>
          </a:solidFill>
          <a:ln cap="flat" cmpd="sng" w="7925">
            <a:solidFill>
              <a:srgbClr val="E5A84D"/>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455" name="Google Shape;455;p51"/>
          <p:cNvSpPr/>
          <p:nvPr/>
        </p:nvSpPr>
        <p:spPr>
          <a:xfrm>
            <a:off x="4499093" y="2450902"/>
            <a:ext cx="2356200" cy="29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800"/>
              <a:buFont typeface="Chakra Petch"/>
              <a:buNone/>
            </a:pPr>
            <a:r>
              <a:rPr b="1" i="0" lang="en-US" sz="1800" u="none" cap="none" strike="noStrike">
                <a:solidFill>
                  <a:schemeClr val="dk1"/>
                </a:solidFill>
                <a:latin typeface="Inter"/>
                <a:ea typeface="Inter"/>
                <a:cs typeface="Inter"/>
                <a:sym typeface="Inter"/>
              </a:rPr>
              <a:t>Quoi ?</a:t>
            </a:r>
            <a:endParaRPr i="0" sz="1800" u="none" cap="none" strike="noStrike">
              <a:solidFill>
                <a:schemeClr val="dk1"/>
              </a:solidFill>
              <a:latin typeface="Inter"/>
              <a:ea typeface="Inter"/>
              <a:cs typeface="Inter"/>
              <a:sym typeface="Inter"/>
            </a:endParaRPr>
          </a:p>
        </p:txBody>
      </p:sp>
      <p:sp>
        <p:nvSpPr>
          <p:cNvPr id="456" name="Google Shape;456;p51"/>
          <p:cNvSpPr/>
          <p:nvPr/>
        </p:nvSpPr>
        <p:spPr>
          <a:xfrm>
            <a:off x="4499093" y="2839641"/>
            <a:ext cx="3190800" cy="5028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FFFFFF"/>
              </a:buClr>
              <a:buSzPts val="1200"/>
              <a:buFont typeface="Inter"/>
              <a:buNone/>
            </a:pPr>
            <a:r>
              <a:rPr b="1" i="0" lang="en-US" sz="1200" u="none" cap="none" strike="noStrike">
                <a:solidFill>
                  <a:schemeClr val="dk1"/>
                </a:solidFill>
                <a:latin typeface="Inter"/>
                <a:ea typeface="Inter"/>
                <a:cs typeface="Inter"/>
                <a:sym typeface="Inter"/>
              </a:rPr>
              <a:t>Définir le périmètre et les sujets principaux</a:t>
            </a:r>
            <a:endParaRPr i="0" sz="1200" u="none" cap="none" strike="noStrike">
              <a:solidFill>
                <a:schemeClr val="dk1"/>
              </a:solidFill>
              <a:latin typeface="Inter"/>
              <a:ea typeface="Inter"/>
              <a:cs typeface="Inter"/>
              <a:sym typeface="Inter"/>
            </a:endParaRPr>
          </a:p>
        </p:txBody>
      </p:sp>
      <p:sp>
        <p:nvSpPr>
          <p:cNvPr id="457" name="Google Shape;457;p51"/>
          <p:cNvSpPr/>
          <p:nvPr/>
        </p:nvSpPr>
        <p:spPr>
          <a:xfrm>
            <a:off x="4499093" y="3436739"/>
            <a:ext cx="3190800" cy="5028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Sujet principal (Data, Produit, Plateforme)</a:t>
            </a:r>
            <a:endParaRPr i="0" sz="1200" u="none" cap="none" strike="noStrike">
              <a:solidFill>
                <a:schemeClr val="dk1"/>
              </a:solidFill>
              <a:latin typeface="Inter"/>
              <a:ea typeface="Inter"/>
              <a:cs typeface="Inter"/>
              <a:sym typeface="Inter"/>
            </a:endParaRPr>
          </a:p>
        </p:txBody>
      </p:sp>
      <p:sp>
        <p:nvSpPr>
          <p:cNvPr id="458" name="Google Shape;458;p51"/>
          <p:cNvSpPr/>
          <p:nvPr/>
        </p:nvSpPr>
        <p:spPr>
          <a:xfrm>
            <a:off x="4499093" y="3994547"/>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Activités et livrables spécifiques</a:t>
            </a:r>
            <a:endParaRPr i="0" sz="1200" u="none" cap="none" strike="noStrike">
              <a:solidFill>
                <a:schemeClr val="dk1"/>
              </a:solidFill>
              <a:latin typeface="Inter"/>
              <a:ea typeface="Inter"/>
              <a:cs typeface="Inter"/>
              <a:sym typeface="Inter"/>
            </a:endParaRPr>
          </a:p>
        </p:txBody>
      </p:sp>
      <p:sp>
        <p:nvSpPr>
          <p:cNvPr id="459" name="Google Shape;459;p51"/>
          <p:cNvSpPr/>
          <p:nvPr/>
        </p:nvSpPr>
        <p:spPr>
          <a:xfrm>
            <a:off x="4499093" y="4300934"/>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Contexte technique et fonctionnel</a:t>
            </a:r>
            <a:endParaRPr i="0" sz="1200" u="none" cap="none" strike="noStrike">
              <a:solidFill>
                <a:schemeClr val="dk1"/>
              </a:solidFill>
              <a:latin typeface="Inter"/>
              <a:ea typeface="Inter"/>
              <a:cs typeface="Inter"/>
              <a:sym typeface="Inter"/>
            </a:endParaRPr>
          </a:p>
        </p:txBody>
      </p:sp>
      <p:sp>
        <p:nvSpPr>
          <p:cNvPr id="460" name="Google Shape;460;p51"/>
          <p:cNvSpPr/>
          <p:nvPr/>
        </p:nvSpPr>
        <p:spPr>
          <a:xfrm>
            <a:off x="4499093" y="4607322"/>
            <a:ext cx="3190800" cy="251400"/>
          </a:xfrm>
          <a:prstGeom prst="rect">
            <a:avLst/>
          </a:prstGeom>
          <a:no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Outils et technologies existants</a:t>
            </a:r>
            <a:endParaRPr i="0" sz="1200" u="none" cap="none" strike="noStrike">
              <a:solidFill>
                <a:schemeClr val="dk1"/>
              </a:solidFill>
              <a:latin typeface="Inter"/>
              <a:ea typeface="Inter"/>
              <a:cs typeface="Inter"/>
              <a:sym typeface="Inter"/>
            </a:endParaRPr>
          </a:p>
        </p:txBody>
      </p:sp>
      <p:sp>
        <p:nvSpPr>
          <p:cNvPr id="461" name="Google Shape;461;p51"/>
          <p:cNvSpPr/>
          <p:nvPr/>
        </p:nvSpPr>
        <p:spPr>
          <a:xfrm>
            <a:off x="8010125" y="2287488"/>
            <a:ext cx="3517200" cy="2985900"/>
          </a:xfrm>
          <a:prstGeom prst="roundRect">
            <a:avLst>
              <a:gd fmla="val 2210" name="adj"/>
            </a:avLst>
          </a:prstGeom>
          <a:solidFill>
            <a:srgbClr val="FBF0F4"/>
          </a:solidFill>
          <a:ln cap="flat" cmpd="sng" w="7925">
            <a:solidFill>
              <a:srgbClr val="D76F96"/>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462" name="Google Shape;462;p51"/>
          <p:cNvSpPr/>
          <p:nvPr/>
        </p:nvSpPr>
        <p:spPr>
          <a:xfrm>
            <a:off x="8173496" y="2450902"/>
            <a:ext cx="2356200" cy="294600"/>
          </a:xfrm>
          <a:prstGeom prst="rect">
            <a:avLst/>
          </a:prstGeom>
          <a:solidFill>
            <a:srgbClr val="FBF0F4"/>
          </a:solid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800"/>
              <a:buFont typeface="Chakra Petch"/>
              <a:buNone/>
            </a:pPr>
            <a:r>
              <a:rPr b="1" i="0" lang="en-US" sz="1800" u="none" cap="none" strike="noStrike">
                <a:solidFill>
                  <a:schemeClr val="dk1"/>
                </a:solidFill>
                <a:latin typeface="Inter"/>
                <a:ea typeface="Inter"/>
                <a:cs typeface="Inter"/>
                <a:sym typeface="Inter"/>
              </a:rPr>
              <a:t>Pourquoi ?</a:t>
            </a:r>
            <a:endParaRPr i="0" sz="1800" u="none" cap="none" strike="noStrike">
              <a:solidFill>
                <a:schemeClr val="dk1"/>
              </a:solidFill>
              <a:latin typeface="Inter"/>
              <a:ea typeface="Inter"/>
              <a:cs typeface="Inter"/>
              <a:sym typeface="Inter"/>
            </a:endParaRPr>
          </a:p>
        </p:txBody>
      </p:sp>
      <p:sp>
        <p:nvSpPr>
          <p:cNvPr id="463" name="Google Shape;463;p51"/>
          <p:cNvSpPr/>
          <p:nvPr/>
        </p:nvSpPr>
        <p:spPr>
          <a:xfrm>
            <a:off x="8173496" y="2839641"/>
            <a:ext cx="3190800" cy="502800"/>
          </a:xfrm>
          <a:prstGeom prst="rect">
            <a:avLst/>
          </a:prstGeom>
          <a:solidFill>
            <a:srgbClr val="FBF0F4"/>
          </a:solid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FFFFFF"/>
              </a:buClr>
              <a:buSzPts val="1200"/>
              <a:buFont typeface="Inter"/>
              <a:buNone/>
            </a:pPr>
            <a:r>
              <a:rPr b="1" i="0" lang="en-US" sz="1200" u="none" cap="none" strike="noStrike">
                <a:solidFill>
                  <a:schemeClr val="dk1"/>
                </a:solidFill>
                <a:latin typeface="Inter"/>
                <a:ea typeface="Inter"/>
                <a:cs typeface="Inter"/>
                <a:sym typeface="Inter"/>
              </a:rPr>
              <a:t>Expliciter les motivations et bénéfices attendus</a:t>
            </a:r>
            <a:endParaRPr i="0" sz="1200" u="none" cap="none" strike="noStrike">
              <a:solidFill>
                <a:schemeClr val="dk1"/>
              </a:solidFill>
              <a:latin typeface="Inter"/>
              <a:ea typeface="Inter"/>
              <a:cs typeface="Inter"/>
              <a:sym typeface="Inter"/>
            </a:endParaRPr>
          </a:p>
        </p:txBody>
      </p:sp>
      <p:sp>
        <p:nvSpPr>
          <p:cNvPr id="464" name="Google Shape;464;p51"/>
          <p:cNvSpPr/>
          <p:nvPr/>
        </p:nvSpPr>
        <p:spPr>
          <a:xfrm>
            <a:off x="8173496" y="3436739"/>
            <a:ext cx="3190800" cy="251400"/>
          </a:xfrm>
          <a:prstGeom prst="rect">
            <a:avLst/>
          </a:prstGeom>
          <a:solidFill>
            <a:srgbClr val="FBF0F4"/>
          </a:solid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Besoins et attentes exprimés</a:t>
            </a:r>
            <a:endParaRPr i="0" sz="1200" u="none" cap="none" strike="noStrike">
              <a:solidFill>
                <a:schemeClr val="dk1"/>
              </a:solidFill>
              <a:latin typeface="Inter"/>
              <a:ea typeface="Inter"/>
              <a:cs typeface="Inter"/>
              <a:sym typeface="Inter"/>
            </a:endParaRPr>
          </a:p>
        </p:txBody>
      </p:sp>
      <p:sp>
        <p:nvSpPr>
          <p:cNvPr id="465" name="Google Shape;465;p51"/>
          <p:cNvSpPr/>
          <p:nvPr/>
        </p:nvSpPr>
        <p:spPr>
          <a:xfrm>
            <a:off x="8173496" y="3743127"/>
            <a:ext cx="3190800" cy="251400"/>
          </a:xfrm>
          <a:prstGeom prst="rect">
            <a:avLst/>
          </a:prstGeom>
          <a:solidFill>
            <a:srgbClr val="FBF0F4"/>
          </a:solid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Problèmes et défis à résoudre</a:t>
            </a:r>
            <a:endParaRPr i="0" sz="1200" u="none" cap="none" strike="noStrike">
              <a:solidFill>
                <a:schemeClr val="dk1"/>
              </a:solidFill>
              <a:latin typeface="Inter"/>
              <a:ea typeface="Inter"/>
              <a:cs typeface="Inter"/>
              <a:sym typeface="Inter"/>
            </a:endParaRPr>
          </a:p>
        </p:txBody>
      </p:sp>
      <p:sp>
        <p:nvSpPr>
          <p:cNvPr id="466" name="Google Shape;466;p51"/>
          <p:cNvSpPr/>
          <p:nvPr/>
        </p:nvSpPr>
        <p:spPr>
          <a:xfrm>
            <a:off x="8173496" y="4049514"/>
            <a:ext cx="3190800" cy="502800"/>
          </a:xfrm>
          <a:prstGeom prst="rect">
            <a:avLst/>
          </a:prstGeom>
          <a:solidFill>
            <a:srgbClr val="FBF0F4"/>
          </a:solid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Résultats attendus et bénéfices recherchés</a:t>
            </a:r>
            <a:endParaRPr i="0" sz="1200" u="none" cap="none" strike="noStrike">
              <a:solidFill>
                <a:schemeClr val="dk1"/>
              </a:solidFill>
              <a:latin typeface="Inter"/>
              <a:ea typeface="Inter"/>
              <a:cs typeface="Inter"/>
              <a:sym typeface="Inter"/>
            </a:endParaRPr>
          </a:p>
        </p:txBody>
      </p:sp>
      <p:sp>
        <p:nvSpPr>
          <p:cNvPr id="467" name="Google Shape;467;p51"/>
          <p:cNvSpPr/>
          <p:nvPr/>
        </p:nvSpPr>
        <p:spPr>
          <a:xfrm>
            <a:off x="8173496" y="4607322"/>
            <a:ext cx="3190800" cy="502800"/>
          </a:xfrm>
          <a:prstGeom prst="rect">
            <a:avLst/>
          </a:prstGeom>
          <a:solidFill>
            <a:srgbClr val="FBF0F4"/>
          </a:solidFill>
          <a:ln>
            <a:noFill/>
          </a:ln>
        </p:spPr>
        <p:txBody>
          <a:bodyPr anchorCtr="0" anchor="t" bIns="0" lIns="0" spcFirstLastPara="1" rIns="0" wrap="square" tIns="0">
            <a:noAutofit/>
          </a:bodyPr>
          <a:lstStyle/>
          <a:p>
            <a:pPr indent="-279400" lvl="0" marL="279400" marR="0" rtl="0" algn="l">
              <a:lnSpc>
                <a:spcPct val="162069"/>
              </a:lnSpc>
              <a:spcBef>
                <a:spcPts val="0"/>
              </a:spcBef>
              <a:spcAft>
                <a:spcPts val="0"/>
              </a:spcAft>
              <a:buClr>
                <a:schemeClr val="dk1"/>
              </a:buClr>
              <a:buSzPts val="1200"/>
              <a:buFont typeface="Inter"/>
              <a:buChar char="•"/>
            </a:pPr>
            <a:r>
              <a:rPr i="0" lang="en-US" sz="1200" u="none" cap="none" strike="noStrike">
                <a:solidFill>
                  <a:schemeClr val="dk1"/>
                </a:solidFill>
                <a:latin typeface="Inter"/>
                <a:ea typeface="Inter"/>
                <a:cs typeface="Inter"/>
                <a:sym typeface="Inter"/>
              </a:rPr>
              <a:t>Gains de temps, innovation, alignement stratégique</a:t>
            </a:r>
            <a:endParaRPr i="0" sz="1200" u="none" cap="none" strike="noStrike">
              <a:solidFill>
                <a:schemeClr val="dk1"/>
              </a:solidFill>
              <a:latin typeface="Inter"/>
              <a:ea typeface="Inter"/>
              <a:cs typeface="Inter"/>
              <a:sym typeface="Inter"/>
            </a:endParaRPr>
          </a:p>
        </p:txBody>
      </p:sp>
      <p:sp>
        <p:nvSpPr>
          <p:cNvPr id="468" name="Google Shape;468;p51"/>
          <p:cNvSpPr/>
          <p:nvPr/>
        </p:nvSpPr>
        <p:spPr>
          <a:xfrm>
            <a:off x="896902" y="5626993"/>
            <a:ext cx="10630500" cy="502800"/>
          </a:xfrm>
          <a:prstGeom prst="rect">
            <a:avLst/>
          </a:prstGeom>
          <a:solidFill>
            <a:srgbClr val="F9FAFB"/>
          </a:solid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3A3A3B"/>
              </a:buClr>
              <a:buSzPts val="1200"/>
              <a:buFont typeface="Inter"/>
              <a:buNone/>
            </a:pPr>
            <a:r>
              <a:rPr i="0" lang="en-US" sz="1200" u="none" cap="none" strike="noStrike">
                <a:solidFill>
                  <a:schemeClr val="dk1"/>
                </a:solidFill>
                <a:latin typeface="Inter"/>
                <a:ea typeface="Inter"/>
                <a:cs typeface="Inter"/>
                <a:sym typeface="Inter"/>
              </a:rPr>
              <a:t>Cette compréhension approfondie nous permet de vous proposer une démarche sur mesure pour atteindre vos objectifs et garantir le succès de votre transformation.</a:t>
            </a:r>
            <a:endParaRPr i="0" sz="1200" u="none" cap="none" strike="noStrike">
              <a:solidFill>
                <a:schemeClr val="dk1"/>
              </a:solidFill>
              <a:latin typeface="Inter"/>
              <a:ea typeface="Inter"/>
              <a:cs typeface="Inter"/>
              <a:sym typeface="Inter"/>
            </a:endParaRPr>
          </a:p>
        </p:txBody>
      </p:sp>
      <p:sp>
        <p:nvSpPr>
          <p:cNvPr id="469" name="Google Shape;469;p51"/>
          <p:cNvSpPr/>
          <p:nvPr/>
        </p:nvSpPr>
        <p:spPr>
          <a:xfrm>
            <a:off x="661319" y="5450284"/>
            <a:ext cx="18900" cy="856200"/>
          </a:xfrm>
          <a:prstGeom prst="rect">
            <a:avLst/>
          </a:prstGeom>
          <a:solidFill>
            <a:srgbClr val="BF6A4C"/>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ph type="title"/>
          </p:nvPr>
        </p:nvSpPr>
        <p:spPr>
          <a:xfrm>
            <a:off x="839781" y="165100"/>
            <a:ext cx="11268600" cy="6732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a:t>Philosophie d'Intervention : Co-construction et Pragmatisme</a:t>
            </a:r>
            <a:endParaRPr/>
          </a:p>
        </p:txBody>
      </p:sp>
      <p:sp>
        <p:nvSpPr>
          <p:cNvPr id="476" name="Google Shape;476;p52"/>
          <p:cNvSpPr/>
          <p:nvPr/>
        </p:nvSpPr>
        <p:spPr>
          <a:xfrm>
            <a:off x="661319" y="1375172"/>
            <a:ext cx="10866300" cy="8619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A3A3B"/>
              </a:buClr>
              <a:buSzPts val="1400"/>
              <a:buFont typeface="Inter"/>
              <a:buNone/>
            </a:pPr>
            <a:r>
              <a:rPr b="0" i="0" lang="en-US" sz="1400" u="none" cap="none" strike="noStrike">
                <a:solidFill>
                  <a:srgbClr val="3A3A3B"/>
                </a:solidFill>
                <a:latin typeface="Inter"/>
                <a:ea typeface="Inter"/>
                <a:cs typeface="Inter"/>
                <a:sym typeface="Inter"/>
              </a:rPr>
              <a:t>Chez WEnvision, nous sommes convaincus que le succès d'une transformation ne se mesure pas uniquement à la qualité des livrables, mais surtout à leur appropriation par vos équipes. Une stratégie, aussi brillante soit-elle, n'a de valeur que si elle est comprise, adoptée et mise en œuvre.</a:t>
            </a:r>
            <a:endParaRPr b="0" i="0" sz="1400" u="none" cap="none" strike="noStrike"/>
          </a:p>
        </p:txBody>
      </p:sp>
      <p:sp>
        <p:nvSpPr>
          <p:cNvPr id="477" name="Google Shape;477;p52"/>
          <p:cNvSpPr/>
          <p:nvPr/>
        </p:nvSpPr>
        <p:spPr>
          <a:xfrm>
            <a:off x="661325" y="2439199"/>
            <a:ext cx="3502200" cy="2795700"/>
          </a:xfrm>
          <a:prstGeom prst="roundRect">
            <a:avLst>
              <a:gd fmla="val 2420" name="adj"/>
            </a:avLst>
          </a:prstGeom>
          <a:solidFill>
            <a:schemeClr val="lt1"/>
          </a:solidFill>
          <a:ln cap="flat" cmpd="sng" w="7925">
            <a:solidFill>
              <a:srgbClr val="087E8B"/>
            </a:solidFill>
            <a:prstDash val="solid"/>
            <a:round/>
            <a:headEnd len="sm" w="sm" type="none"/>
            <a:tailEnd len="sm" w="sm" type="none"/>
          </a:ln>
        </p:spPr>
        <p:txBody>
          <a:bodyPr anchorCtr="0" anchor="ctr" bIns="76175" lIns="76175" spcFirstLastPara="1" rIns="76175" wrap="square" tIns="76175">
            <a:noAutofit/>
          </a:bodyPr>
          <a:lstStyle/>
          <a:p>
            <a:pPr indent="0" lvl="0" marL="0" marR="0" rtl="0" algn="l">
              <a:lnSpc>
                <a:spcPct val="100000"/>
              </a:lnSpc>
              <a:spcBef>
                <a:spcPts val="0"/>
              </a:spcBef>
              <a:spcAft>
                <a:spcPts val="0"/>
              </a:spcAft>
              <a:buNone/>
            </a:pPr>
            <a:r>
              <a:t/>
            </a:r>
            <a:endParaRPr>
              <a:solidFill>
                <a:schemeClr val="dk1"/>
              </a:solidFill>
              <a:latin typeface="Inter"/>
              <a:ea typeface="Inter"/>
              <a:cs typeface="Inter"/>
              <a:sym typeface="Inter"/>
            </a:endParaRPr>
          </a:p>
        </p:txBody>
      </p:sp>
      <p:sp>
        <p:nvSpPr>
          <p:cNvPr id="478" name="Google Shape;478;p52"/>
          <p:cNvSpPr/>
          <p:nvPr/>
        </p:nvSpPr>
        <p:spPr>
          <a:xfrm>
            <a:off x="686713" y="2464593"/>
            <a:ext cx="3451500" cy="538800"/>
          </a:xfrm>
          <a:prstGeom prst="roundRect">
            <a:avLst>
              <a:gd fmla="val 8343" name="adj"/>
            </a:avLst>
          </a:prstGeom>
          <a:solidFill>
            <a:srgbClr val="E6F2F3"/>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479" name="Google Shape;479;p52"/>
          <p:cNvSpPr/>
          <p:nvPr/>
        </p:nvSpPr>
        <p:spPr>
          <a:xfrm>
            <a:off x="2277866" y="2562423"/>
            <a:ext cx="269100" cy="33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1</a:t>
            </a:r>
            <a:endParaRPr b="0" i="0" sz="2100" u="none" cap="none" strike="noStrike"/>
          </a:p>
        </p:txBody>
      </p:sp>
      <p:sp>
        <p:nvSpPr>
          <p:cNvPr id="480" name="Google Shape;480;p52"/>
          <p:cNvSpPr/>
          <p:nvPr/>
        </p:nvSpPr>
        <p:spPr>
          <a:xfrm>
            <a:off x="866153" y="3182738"/>
            <a:ext cx="2692800" cy="3369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Alignement</a:t>
            </a:r>
            <a:endParaRPr b="0" i="0" sz="2100" u="none" cap="none" strike="noStrike"/>
          </a:p>
        </p:txBody>
      </p:sp>
      <p:sp>
        <p:nvSpPr>
          <p:cNvPr id="481" name="Google Shape;481;p52"/>
          <p:cNvSpPr/>
          <p:nvPr/>
        </p:nvSpPr>
        <p:spPr>
          <a:xfrm>
            <a:off x="866153" y="3627040"/>
            <a:ext cx="3092700" cy="1724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A3B"/>
              </a:buClr>
              <a:buSzPts val="1400"/>
              <a:buFont typeface="Inter"/>
              <a:buNone/>
            </a:pPr>
            <a:r>
              <a:rPr i="0" lang="en-US" sz="1400" u="none" cap="none" strike="noStrike">
                <a:solidFill>
                  <a:srgbClr val="3A3A3B"/>
                </a:solidFill>
                <a:latin typeface="Inter"/>
                <a:ea typeface="Inter"/>
                <a:cs typeface="Inter"/>
                <a:sym typeface="Inter"/>
              </a:rPr>
              <a:t>Nous garantissons une synchronisation parfaite entre votre vision stratégique, vos contraintes opérationnelles et nos recommandations pour éviter tout écart entre ambition et réalité.</a:t>
            </a:r>
            <a:endParaRPr i="0" sz="1400" u="none" cap="none" strike="noStrike">
              <a:latin typeface="Inter"/>
              <a:ea typeface="Inter"/>
              <a:cs typeface="Inter"/>
              <a:sym typeface="Inter"/>
            </a:endParaRPr>
          </a:p>
        </p:txBody>
      </p:sp>
      <p:sp>
        <p:nvSpPr>
          <p:cNvPr id="482" name="Google Shape;482;p52"/>
          <p:cNvSpPr/>
          <p:nvPr/>
        </p:nvSpPr>
        <p:spPr>
          <a:xfrm>
            <a:off x="4343164" y="2439199"/>
            <a:ext cx="3502200" cy="2795700"/>
          </a:xfrm>
          <a:prstGeom prst="roundRect">
            <a:avLst>
              <a:gd fmla="val 2420" name="adj"/>
            </a:avLst>
          </a:prstGeom>
          <a:solidFill>
            <a:srgbClr val="FFFFFF"/>
          </a:solidFill>
          <a:ln cap="flat" cmpd="sng" w="9525">
            <a:solidFill>
              <a:srgbClr val="E5A84D"/>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483" name="Google Shape;483;p52"/>
          <p:cNvSpPr/>
          <p:nvPr/>
        </p:nvSpPr>
        <p:spPr>
          <a:xfrm>
            <a:off x="4368555" y="2464593"/>
            <a:ext cx="3451500" cy="538800"/>
          </a:xfrm>
          <a:prstGeom prst="roundRect">
            <a:avLst>
              <a:gd fmla="val 8343" name="adj"/>
            </a:avLst>
          </a:prstGeom>
          <a:solidFill>
            <a:srgbClr val="FCF6ED"/>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484" name="Google Shape;484;p52"/>
          <p:cNvSpPr/>
          <p:nvPr/>
        </p:nvSpPr>
        <p:spPr>
          <a:xfrm>
            <a:off x="5959708" y="2562423"/>
            <a:ext cx="269100" cy="33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2</a:t>
            </a:r>
            <a:endParaRPr b="0" i="0" sz="2100" u="none" cap="none" strike="noStrike"/>
          </a:p>
        </p:txBody>
      </p:sp>
      <p:sp>
        <p:nvSpPr>
          <p:cNvPr id="485" name="Google Shape;485;p52"/>
          <p:cNvSpPr/>
          <p:nvPr/>
        </p:nvSpPr>
        <p:spPr>
          <a:xfrm>
            <a:off x="4547995" y="3182738"/>
            <a:ext cx="2692800" cy="3369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Co-construction</a:t>
            </a:r>
            <a:endParaRPr b="0" i="0" sz="2100" u="none" cap="none" strike="noStrike"/>
          </a:p>
        </p:txBody>
      </p:sp>
      <p:sp>
        <p:nvSpPr>
          <p:cNvPr id="486" name="Google Shape;486;p52"/>
          <p:cNvSpPr/>
          <p:nvPr/>
        </p:nvSpPr>
        <p:spPr>
          <a:xfrm>
            <a:off x="4547995" y="3627040"/>
            <a:ext cx="3092700" cy="143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A3B"/>
              </a:buClr>
              <a:buSzPts val="1400"/>
              <a:buFont typeface="Inter"/>
              <a:buNone/>
            </a:pPr>
            <a:r>
              <a:rPr i="0" lang="en-US" sz="1400" u="none" cap="none" strike="noStrike">
                <a:solidFill>
                  <a:srgbClr val="3A3A3B"/>
                </a:solidFill>
                <a:latin typeface="Inter"/>
                <a:ea typeface="Inter"/>
                <a:cs typeface="Inter"/>
                <a:sym typeface="Inter"/>
              </a:rPr>
              <a:t>Nous embarquons vos équipes dès le début du projet pour garantir l'adoption. Chaque livrable est construit avec vous, pas pour vous, assurant ainsi son appropriation.</a:t>
            </a:r>
            <a:endParaRPr i="0" sz="1400" u="none" cap="none" strike="noStrike">
              <a:latin typeface="Inter"/>
              <a:ea typeface="Inter"/>
              <a:cs typeface="Inter"/>
              <a:sym typeface="Inter"/>
            </a:endParaRPr>
          </a:p>
        </p:txBody>
      </p:sp>
      <p:sp>
        <p:nvSpPr>
          <p:cNvPr id="487" name="Google Shape;487;p52"/>
          <p:cNvSpPr/>
          <p:nvPr/>
        </p:nvSpPr>
        <p:spPr>
          <a:xfrm>
            <a:off x="8025003" y="2439199"/>
            <a:ext cx="3502200" cy="2795700"/>
          </a:xfrm>
          <a:prstGeom prst="roundRect">
            <a:avLst>
              <a:gd fmla="val 2420" name="adj"/>
            </a:avLst>
          </a:prstGeom>
          <a:solidFill>
            <a:srgbClr val="FFFFFF"/>
          </a:solidFill>
          <a:ln cap="flat" cmpd="sng" w="9525">
            <a:solidFill>
              <a:srgbClr val="D76F96"/>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488" name="Google Shape;488;p52"/>
          <p:cNvSpPr/>
          <p:nvPr/>
        </p:nvSpPr>
        <p:spPr>
          <a:xfrm>
            <a:off x="8050397" y="2464593"/>
            <a:ext cx="3451500" cy="538800"/>
          </a:xfrm>
          <a:prstGeom prst="roundRect">
            <a:avLst>
              <a:gd fmla="val 8343" name="adj"/>
            </a:avLst>
          </a:prstGeom>
          <a:solidFill>
            <a:srgbClr val="FBF0F4"/>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489" name="Google Shape;489;p52"/>
          <p:cNvSpPr/>
          <p:nvPr/>
        </p:nvSpPr>
        <p:spPr>
          <a:xfrm>
            <a:off x="9641551" y="2562423"/>
            <a:ext cx="269100" cy="33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3</a:t>
            </a:r>
            <a:endParaRPr b="0" i="0" sz="2100" u="none" cap="none" strike="noStrike"/>
          </a:p>
        </p:txBody>
      </p:sp>
      <p:sp>
        <p:nvSpPr>
          <p:cNvPr id="490" name="Google Shape;490;p52"/>
          <p:cNvSpPr/>
          <p:nvPr/>
        </p:nvSpPr>
        <p:spPr>
          <a:xfrm>
            <a:off x="8229838" y="3182738"/>
            <a:ext cx="2692800" cy="3369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A3A3B"/>
              </a:buClr>
              <a:buSzPts val="2100"/>
              <a:buFont typeface="Chakra Petch"/>
              <a:buNone/>
            </a:pPr>
            <a:r>
              <a:rPr b="1" i="0" lang="en-US" sz="2100" u="none" cap="none" strike="noStrike">
                <a:solidFill>
                  <a:srgbClr val="3A3A3B"/>
                </a:solidFill>
                <a:latin typeface="Chakra Petch"/>
                <a:ea typeface="Chakra Petch"/>
                <a:cs typeface="Chakra Petch"/>
                <a:sym typeface="Chakra Petch"/>
              </a:rPr>
              <a:t>Pragmatisme</a:t>
            </a:r>
            <a:endParaRPr b="0" i="0" sz="2100" u="none" cap="none" strike="noStrike"/>
          </a:p>
        </p:txBody>
      </p:sp>
      <p:sp>
        <p:nvSpPr>
          <p:cNvPr id="491" name="Google Shape;491;p52"/>
          <p:cNvSpPr/>
          <p:nvPr/>
        </p:nvSpPr>
        <p:spPr>
          <a:xfrm>
            <a:off x="8229838" y="3627040"/>
            <a:ext cx="3092700" cy="143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A3B"/>
              </a:buClr>
              <a:buSzPts val="1400"/>
              <a:buFont typeface="Inter"/>
              <a:buNone/>
            </a:pPr>
            <a:r>
              <a:rPr i="0" lang="en-US" sz="1400" u="none" cap="none" strike="noStrike">
                <a:solidFill>
                  <a:srgbClr val="3A3A3B"/>
                </a:solidFill>
                <a:latin typeface="Inter"/>
                <a:ea typeface="Inter"/>
                <a:cs typeface="Inter"/>
                <a:sym typeface="Inter"/>
              </a:rPr>
              <a:t>Nous privilégions les solutions actionnables et réalistes. Notre approche favorise les quick wins et l'itération pour générer de la valeur rapidement et continuellement.</a:t>
            </a:r>
            <a:endParaRPr i="0" sz="1400" u="none" cap="none" strike="noStrike">
              <a:latin typeface="Inter"/>
              <a:ea typeface="Inter"/>
              <a:cs typeface="Inter"/>
              <a:sym typeface="Inter"/>
            </a:endParaRPr>
          </a:p>
        </p:txBody>
      </p:sp>
      <p:sp>
        <p:nvSpPr>
          <p:cNvPr id="492" name="Google Shape;492;p52"/>
          <p:cNvSpPr/>
          <p:nvPr/>
        </p:nvSpPr>
        <p:spPr>
          <a:xfrm>
            <a:off x="896902" y="5626993"/>
            <a:ext cx="10630500" cy="502800"/>
          </a:xfrm>
          <a:prstGeom prst="rect">
            <a:avLst/>
          </a:prstGeom>
          <a:solidFill>
            <a:srgbClr val="F9FAFB"/>
          </a:solid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3A3A3B"/>
              </a:buClr>
              <a:buSzPts val="1200"/>
              <a:buFont typeface="Inter"/>
              <a:buNone/>
            </a:pPr>
            <a:r>
              <a:rPr i="0" lang="en-US" sz="1200" u="none" cap="none" strike="noStrike">
                <a:solidFill>
                  <a:schemeClr val="dk1"/>
                </a:solidFill>
                <a:latin typeface="Inter"/>
                <a:ea typeface="Inter"/>
                <a:cs typeface="Inter"/>
                <a:sym typeface="Inter"/>
              </a:rPr>
              <a:t>Cette compréhension approfondie nous permet de vous proposer une démarche sur mesure pour atteindre vos objectifs et garantir le succès de votre transformation.</a:t>
            </a:r>
            <a:endParaRPr i="0" sz="1200" u="none" cap="none" strike="noStrike">
              <a:solidFill>
                <a:schemeClr val="dk1"/>
              </a:solidFill>
              <a:latin typeface="Inter"/>
              <a:ea typeface="Inter"/>
              <a:cs typeface="Inter"/>
              <a:sym typeface="Inter"/>
            </a:endParaRPr>
          </a:p>
        </p:txBody>
      </p:sp>
      <p:sp>
        <p:nvSpPr>
          <p:cNvPr id="493" name="Google Shape;493;p52"/>
          <p:cNvSpPr/>
          <p:nvPr/>
        </p:nvSpPr>
        <p:spPr>
          <a:xfrm>
            <a:off x="661319" y="5450284"/>
            <a:ext cx="18900" cy="856200"/>
          </a:xfrm>
          <a:prstGeom prst="rect">
            <a:avLst/>
          </a:prstGeom>
          <a:solidFill>
            <a:srgbClr val="BF6A4C"/>
          </a:solidFill>
          <a:ln>
            <a:noFill/>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3"/>
          <p:cNvSpPr txBox="1"/>
          <p:nvPr>
            <p:ph type="title"/>
          </p:nvPr>
        </p:nvSpPr>
        <p:spPr>
          <a:xfrm>
            <a:off x="1574656" y="1353633"/>
            <a:ext cx="8153100" cy="1139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solidFill>
                  <a:schemeClr val="accent2"/>
                </a:solidFill>
              </a:rPr>
              <a:t>01 - </a:t>
            </a:r>
            <a:r>
              <a:rPr lang="en-US"/>
              <a:t>NOTRE COMPRÉHENSION DU CONTEXTE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4"/>
          <p:cNvSpPr txBox="1"/>
          <p:nvPr>
            <p:ph type="title"/>
          </p:nvPr>
        </p:nvSpPr>
        <p:spPr>
          <a:xfrm>
            <a:off x="1574661" y="1353633"/>
            <a:ext cx="7455300" cy="1139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solidFill>
                  <a:schemeClr val="accent1"/>
                </a:solidFill>
              </a:rPr>
              <a:t>02 - </a:t>
            </a:r>
            <a:r>
              <a:rPr lang="en-US"/>
              <a:t>NOTRE EXPERTISE ET DÉMARCHE A VOTRE SERVICE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5"/>
          <p:cNvSpPr txBox="1"/>
          <p:nvPr>
            <p:ph type="title"/>
          </p:nvPr>
        </p:nvSpPr>
        <p:spPr>
          <a:xfrm>
            <a:off x="1574661" y="1353633"/>
            <a:ext cx="7455300" cy="1139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solidFill>
                  <a:schemeClr val="accent1"/>
                </a:solidFill>
              </a:rPr>
              <a:t>03 -</a:t>
            </a:r>
            <a:r>
              <a:rPr lang="en-US"/>
              <a:t> NOTRE DÉMARCHE D'ACCOMPAGNEMENT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6"/>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Titre</a:t>
            </a:r>
            <a:endParaRPr/>
          </a:p>
        </p:txBody>
      </p:sp>
      <p:sp>
        <p:nvSpPr>
          <p:cNvPr id="514" name="Google Shape;514;p56"/>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Clr>
                <a:schemeClr val="dk1"/>
              </a:buClr>
              <a:buSzPts val="1500"/>
              <a:buFont typeface="Arial"/>
              <a:buNone/>
            </a:pPr>
            <a:r>
              <a:rPr b="1" lang="en-US"/>
              <a:t>NOTRE DÉMARCHE D'ACCOMPAGNEMENT</a:t>
            </a:r>
            <a:endParaRPr/>
          </a:p>
        </p:txBody>
      </p:sp>
      <p:pic>
        <p:nvPicPr>
          <p:cNvPr id="515" name="Google Shape;515;p56"/>
          <p:cNvPicPr preferRelativeResize="0"/>
          <p:nvPr/>
        </p:nvPicPr>
        <p:blipFill rotWithShape="1">
          <a:blip r:embed="rId3">
            <a:alphaModFix amt="8000"/>
          </a:blip>
          <a:srcRect b="0" l="0" r="0" t="9420"/>
          <a:stretch/>
        </p:blipFill>
        <p:spPr>
          <a:xfrm>
            <a:off x="133665" y="971300"/>
            <a:ext cx="11082544" cy="3478733"/>
          </a:xfrm>
          <a:prstGeom prst="rect">
            <a:avLst/>
          </a:prstGeom>
          <a:noFill/>
          <a:ln>
            <a:noFill/>
          </a:ln>
        </p:spPr>
      </p:pic>
      <p:sp>
        <p:nvSpPr>
          <p:cNvPr id="516" name="Google Shape;516;p56"/>
          <p:cNvSpPr txBox="1"/>
          <p:nvPr/>
        </p:nvSpPr>
        <p:spPr>
          <a:xfrm>
            <a:off x="208246" y="3885044"/>
            <a:ext cx="2159400" cy="248100"/>
          </a:xfrm>
          <a:prstGeom prst="rect">
            <a:avLst/>
          </a:prstGeom>
          <a:noFill/>
          <a:ln>
            <a:noFill/>
          </a:ln>
        </p:spPr>
        <p:txBody>
          <a:bodyPr anchorCtr="0" anchor="ctr" bIns="0" lIns="0" spcFirstLastPara="1" rIns="0" wrap="square" tIns="16925">
            <a:spAutoFit/>
          </a:bodyPr>
          <a:lstStyle/>
          <a:p>
            <a:pPr indent="0" lvl="0" marL="12700" marR="12700" rtl="0" algn="ctr">
              <a:lnSpc>
                <a:spcPct val="100000"/>
              </a:lnSpc>
              <a:spcBef>
                <a:spcPts val="0"/>
              </a:spcBef>
              <a:spcAft>
                <a:spcPts val="0"/>
              </a:spcAft>
              <a:buClr>
                <a:srgbClr val="000000"/>
              </a:buClr>
              <a:buSzPts val="1500"/>
              <a:buFont typeface="Arial"/>
              <a:buNone/>
            </a:pPr>
            <a:r>
              <a:rPr b="1" lang="en-US" sz="1500">
                <a:solidFill>
                  <a:schemeClr val="accent2"/>
                </a:solidFill>
                <a:latin typeface="Chakra Petch"/>
                <a:ea typeface="Chakra Petch"/>
                <a:cs typeface="Chakra Petch"/>
                <a:sym typeface="Chakra Petch"/>
              </a:rPr>
              <a:t>Texte</a:t>
            </a:r>
            <a:endParaRPr sz="1500">
              <a:solidFill>
                <a:schemeClr val="accent2"/>
              </a:solidFill>
              <a:latin typeface="Chakra Petch"/>
              <a:ea typeface="Chakra Petch"/>
              <a:cs typeface="Chakra Petch"/>
              <a:sym typeface="Chakra Petch"/>
            </a:endParaRPr>
          </a:p>
        </p:txBody>
      </p:sp>
      <p:sp>
        <p:nvSpPr>
          <p:cNvPr id="517" name="Google Shape;517;p56"/>
          <p:cNvSpPr txBox="1"/>
          <p:nvPr/>
        </p:nvSpPr>
        <p:spPr>
          <a:xfrm>
            <a:off x="256433" y="4683700"/>
            <a:ext cx="2063400" cy="1488000"/>
          </a:xfrm>
          <a:prstGeom prst="rect">
            <a:avLst/>
          </a:prstGeom>
          <a:noFill/>
          <a:ln>
            <a:noFill/>
          </a:ln>
        </p:spPr>
        <p:txBody>
          <a:bodyPr anchorCtr="0" anchor="t" bIns="0" lIns="0" spcFirstLastPara="1" rIns="0" wrap="square" tIns="16925">
            <a:noAutofit/>
          </a:bodyPr>
          <a:lstStyle/>
          <a:p>
            <a:pPr indent="0" lvl="0" marL="12700" marR="12700" rtl="0" algn="ctr">
              <a:lnSpc>
                <a:spcPct val="100000"/>
              </a:lnSpc>
              <a:spcBef>
                <a:spcPts val="0"/>
              </a:spcBef>
              <a:spcAft>
                <a:spcPts val="0"/>
              </a:spcAft>
              <a:buClr>
                <a:srgbClr val="000000"/>
              </a:buClr>
              <a:buSzPts val="1200"/>
              <a:buFont typeface="Arial"/>
              <a:buNone/>
            </a:pPr>
            <a:r>
              <a:rPr b="1" lang="en-US" sz="1300">
                <a:solidFill>
                  <a:srgbClr val="000E1D"/>
                </a:solidFill>
                <a:latin typeface="Inter"/>
                <a:ea typeface="Inter"/>
                <a:cs typeface="Inter"/>
                <a:sym typeface="Inter"/>
              </a:rPr>
              <a:t>Objectif :</a:t>
            </a:r>
            <a:r>
              <a:rPr lang="en-US" sz="1300">
                <a:solidFill>
                  <a:srgbClr val="000E1D"/>
                </a:solidFill>
                <a:latin typeface="Inter"/>
                <a:ea typeface="Inter"/>
                <a:cs typeface="Inter"/>
                <a:sym typeface="Inter"/>
              </a:rPr>
              <a:t> Texte</a:t>
            </a:r>
            <a:endParaRPr b="1" sz="1300">
              <a:solidFill>
                <a:srgbClr val="000E1D"/>
              </a:solidFill>
              <a:latin typeface="Inter"/>
              <a:ea typeface="Inter"/>
              <a:cs typeface="Inter"/>
              <a:sym typeface="Inter"/>
            </a:endParaRPr>
          </a:p>
        </p:txBody>
      </p:sp>
      <p:sp>
        <p:nvSpPr>
          <p:cNvPr id="518" name="Google Shape;518;p56"/>
          <p:cNvSpPr txBox="1"/>
          <p:nvPr/>
        </p:nvSpPr>
        <p:spPr>
          <a:xfrm>
            <a:off x="7417934" y="2868012"/>
            <a:ext cx="2159400" cy="248100"/>
          </a:xfrm>
          <a:prstGeom prst="rect">
            <a:avLst/>
          </a:prstGeom>
          <a:noFill/>
          <a:ln>
            <a:noFill/>
          </a:ln>
        </p:spPr>
        <p:txBody>
          <a:bodyPr anchorCtr="0" anchor="ctr" bIns="0" lIns="0" spcFirstLastPara="1" rIns="0" wrap="square" tIns="16925">
            <a:spAutoFit/>
          </a:bodyPr>
          <a:lstStyle/>
          <a:p>
            <a:pPr indent="0" lvl="0" marL="12700" marR="12700" rtl="0" algn="ctr">
              <a:lnSpc>
                <a:spcPct val="100000"/>
              </a:lnSpc>
              <a:spcBef>
                <a:spcPts val="0"/>
              </a:spcBef>
              <a:spcAft>
                <a:spcPts val="0"/>
              </a:spcAft>
              <a:buClr>
                <a:srgbClr val="000000"/>
              </a:buClr>
              <a:buSzPts val="1500"/>
              <a:buFont typeface="Arial"/>
              <a:buNone/>
            </a:pPr>
            <a:r>
              <a:rPr b="1" lang="en-US" sz="1500">
                <a:solidFill>
                  <a:schemeClr val="accent2"/>
                </a:solidFill>
                <a:latin typeface="Chakra Petch"/>
                <a:ea typeface="Chakra Petch"/>
                <a:cs typeface="Chakra Petch"/>
                <a:sym typeface="Chakra Petch"/>
              </a:rPr>
              <a:t>Texte</a:t>
            </a:r>
            <a:endParaRPr i="0" sz="1500" u="none" cap="none" strike="noStrike">
              <a:solidFill>
                <a:schemeClr val="accent2"/>
              </a:solidFill>
              <a:latin typeface="Chakra Petch"/>
              <a:ea typeface="Chakra Petch"/>
              <a:cs typeface="Chakra Petch"/>
              <a:sym typeface="Chakra Petch"/>
            </a:endParaRPr>
          </a:p>
        </p:txBody>
      </p:sp>
      <p:sp>
        <p:nvSpPr>
          <p:cNvPr id="519" name="Google Shape;519;p56"/>
          <p:cNvSpPr txBox="1"/>
          <p:nvPr/>
        </p:nvSpPr>
        <p:spPr>
          <a:xfrm>
            <a:off x="7466022" y="3666200"/>
            <a:ext cx="2063400" cy="1488000"/>
          </a:xfrm>
          <a:prstGeom prst="rect">
            <a:avLst/>
          </a:prstGeom>
          <a:noFill/>
          <a:ln>
            <a:noFill/>
          </a:ln>
        </p:spPr>
        <p:txBody>
          <a:bodyPr anchorCtr="0" anchor="t" bIns="0" lIns="0" spcFirstLastPara="1" rIns="0" wrap="square" tIns="16925">
            <a:noAutofit/>
          </a:bodyPr>
          <a:lstStyle/>
          <a:p>
            <a:pPr indent="0" lvl="0" marL="12700" marR="12700" rtl="0" algn="ctr">
              <a:spcBef>
                <a:spcPts val="0"/>
              </a:spcBef>
              <a:spcAft>
                <a:spcPts val="0"/>
              </a:spcAft>
              <a:buClr>
                <a:schemeClr val="dk1"/>
              </a:buClr>
              <a:buSzPts val="1200"/>
              <a:buFont typeface="Arial"/>
              <a:buNone/>
            </a:pPr>
            <a:r>
              <a:rPr b="1" lang="en-US" sz="1300">
                <a:solidFill>
                  <a:srgbClr val="000E1D"/>
                </a:solidFill>
                <a:latin typeface="Inter"/>
                <a:ea typeface="Inter"/>
                <a:cs typeface="Inter"/>
                <a:sym typeface="Inter"/>
              </a:rPr>
              <a:t>Objectif :</a:t>
            </a:r>
            <a:r>
              <a:rPr lang="en-US" sz="1300">
                <a:solidFill>
                  <a:srgbClr val="000E1D"/>
                </a:solidFill>
                <a:latin typeface="Inter"/>
                <a:ea typeface="Inter"/>
                <a:cs typeface="Inter"/>
                <a:sym typeface="Inter"/>
              </a:rPr>
              <a:t> Texte</a:t>
            </a:r>
            <a:endParaRPr sz="1300">
              <a:solidFill>
                <a:srgbClr val="000E1D"/>
              </a:solidFill>
              <a:latin typeface="Inter"/>
              <a:ea typeface="Inter"/>
              <a:cs typeface="Inter"/>
              <a:sym typeface="Inter"/>
            </a:endParaRPr>
          </a:p>
          <a:p>
            <a:pPr indent="0" lvl="0" marL="12700" marR="12700" rtl="0" algn="ctr">
              <a:spcBef>
                <a:spcPts val="0"/>
              </a:spcBef>
              <a:spcAft>
                <a:spcPts val="0"/>
              </a:spcAft>
              <a:buClr>
                <a:schemeClr val="dk1"/>
              </a:buClr>
              <a:buSzPts val="1200"/>
              <a:buFont typeface="Arial"/>
              <a:buNone/>
            </a:pPr>
            <a:r>
              <a:t/>
            </a:r>
            <a:endParaRPr sz="1300">
              <a:solidFill>
                <a:srgbClr val="000E1D"/>
              </a:solidFill>
              <a:latin typeface="Inter"/>
              <a:ea typeface="Inter"/>
              <a:cs typeface="Inter"/>
              <a:sym typeface="Inter"/>
            </a:endParaRPr>
          </a:p>
        </p:txBody>
      </p:sp>
      <p:sp>
        <p:nvSpPr>
          <p:cNvPr id="520" name="Google Shape;520;p56"/>
          <p:cNvSpPr txBox="1"/>
          <p:nvPr/>
        </p:nvSpPr>
        <p:spPr>
          <a:xfrm>
            <a:off x="2681701" y="3627412"/>
            <a:ext cx="2159400" cy="231000"/>
          </a:xfrm>
          <a:prstGeom prst="rect">
            <a:avLst/>
          </a:prstGeom>
          <a:noFill/>
          <a:ln>
            <a:noFill/>
          </a:ln>
        </p:spPr>
        <p:txBody>
          <a:bodyPr anchorCtr="0" anchor="ctr" bIns="0" lIns="0" spcFirstLastPara="1" rIns="0" wrap="square" tIns="0">
            <a:spAutoFit/>
          </a:bodyPr>
          <a:lstStyle/>
          <a:p>
            <a:pPr indent="0" lvl="0" marL="12700" marR="12700" rtl="0" algn="ctr">
              <a:lnSpc>
                <a:spcPct val="100000"/>
              </a:lnSpc>
              <a:spcBef>
                <a:spcPts val="0"/>
              </a:spcBef>
              <a:spcAft>
                <a:spcPts val="0"/>
              </a:spcAft>
              <a:buClr>
                <a:srgbClr val="000000"/>
              </a:buClr>
              <a:buSzPts val="1500"/>
              <a:buFont typeface="Arial"/>
              <a:buNone/>
            </a:pPr>
            <a:r>
              <a:rPr b="1" lang="en-US" sz="1500">
                <a:solidFill>
                  <a:schemeClr val="accent2"/>
                </a:solidFill>
                <a:latin typeface="Chakra Petch"/>
                <a:ea typeface="Chakra Petch"/>
                <a:cs typeface="Chakra Petch"/>
                <a:sym typeface="Chakra Petch"/>
              </a:rPr>
              <a:t>Texte</a:t>
            </a:r>
            <a:endParaRPr b="1" sz="1500">
              <a:solidFill>
                <a:schemeClr val="accent2"/>
              </a:solidFill>
              <a:latin typeface="Chakra Petch"/>
              <a:ea typeface="Chakra Petch"/>
              <a:cs typeface="Chakra Petch"/>
              <a:sym typeface="Chakra Petch"/>
            </a:endParaRPr>
          </a:p>
        </p:txBody>
      </p:sp>
      <p:sp>
        <p:nvSpPr>
          <p:cNvPr id="521" name="Google Shape;521;p56"/>
          <p:cNvSpPr txBox="1"/>
          <p:nvPr/>
        </p:nvSpPr>
        <p:spPr>
          <a:xfrm>
            <a:off x="2729689" y="4344533"/>
            <a:ext cx="2063400" cy="1488000"/>
          </a:xfrm>
          <a:prstGeom prst="rect">
            <a:avLst/>
          </a:prstGeom>
          <a:noFill/>
          <a:ln>
            <a:noFill/>
          </a:ln>
        </p:spPr>
        <p:txBody>
          <a:bodyPr anchorCtr="0" anchor="t" bIns="0" lIns="0" spcFirstLastPara="1" rIns="0" wrap="square" tIns="16925">
            <a:noAutofit/>
          </a:bodyPr>
          <a:lstStyle/>
          <a:p>
            <a:pPr indent="0" lvl="0" marL="12700" marR="12700" rtl="0" algn="ctr">
              <a:spcBef>
                <a:spcPts val="0"/>
              </a:spcBef>
              <a:spcAft>
                <a:spcPts val="0"/>
              </a:spcAft>
              <a:buClr>
                <a:schemeClr val="dk1"/>
              </a:buClr>
              <a:buSzPts val="1200"/>
              <a:buFont typeface="Arial"/>
              <a:buNone/>
            </a:pPr>
            <a:r>
              <a:rPr b="1" lang="en-US" sz="1300">
                <a:solidFill>
                  <a:srgbClr val="000E1D"/>
                </a:solidFill>
                <a:latin typeface="Inter"/>
                <a:ea typeface="Inter"/>
                <a:cs typeface="Inter"/>
                <a:sym typeface="Inter"/>
              </a:rPr>
              <a:t>Objectif :</a:t>
            </a:r>
            <a:r>
              <a:rPr lang="en-US" sz="1300">
                <a:solidFill>
                  <a:srgbClr val="000E1D"/>
                </a:solidFill>
                <a:latin typeface="Inter"/>
                <a:ea typeface="Inter"/>
                <a:cs typeface="Inter"/>
                <a:sym typeface="Inter"/>
              </a:rPr>
              <a:t> Texte</a:t>
            </a:r>
            <a:endParaRPr sz="1300">
              <a:solidFill>
                <a:srgbClr val="000E1D"/>
              </a:solidFill>
              <a:latin typeface="Inter"/>
              <a:ea typeface="Inter"/>
              <a:cs typeface="Inter"/>
              <a:sym typeface="Inter"/>
            </a:endParaRPr>
          </a:p>
        </p:txBody>
      </p:sp>
      <p:sp>
        <p:nvSpPr>
          <p:cNvPr id="522" name="Google Shape;522;p56"/>
          <p:cNvSpPr txBox="1"/>
          <p:nvPr/>
        </p:nvSpPr>
        <p:spPr>
          <a:xfrm>
            <a:off x="9821150" y="2604647"/>
            <a:ext cx="2159400" cy="248100"/>
          </a:xfrm>
          <a:prstGeom prst="rect">
            <a:avLst/>
          </a:prstGeom>
          <a:noFill/>
          <a:ln>
            <a:noFill/>
          </a:ln>
        </p:spPr>
        <p:txBody>
          <a:bodyPr anchorCtr="0" anchor="ctr" bIns="0" lIns="0" spcFirstLastPara="1" rIns="0" wrap="square" tIns="16925">
            <a:spAutoFit/>
          </a:bodyPr>
          <a:lstStyle/>
          <a:p>
            <a:pPr indent="0" lvl="0" marL="12700" marR="12700" rtl="0" algn="ctr">
              <a:lnSpc>
                <a:spcPct val="100000"/>
              </a:lnSpc>
              <a:spcBef>
                <a:spcPts val="0"/>
              </a:spcBef>
              <a:spcAft>
                <a:spcPts val="0"/>
              </a:spcAft>
              <a:buClr>
                <a:srgbClr val="000000"/>
              </a:buClr>
              <a:buSzPts val="1500"/>
              <a:buFont typeface="Arial"/>
              <a:buNone/>
            </a:pPr>
            <a:r>
              <a:rPr b="1" lang="en-US" sz="1500">
                <a:solidFill>
                  <a:schemeClr val="accent2"/>
                </a:solidFill>
                <a:latin typeface="Chakra Petch"/>
                <a:ea typeface="Chakra Petch"/>
                <a:cs typeface="Chakra Petch"/>
                <a:sym typeface="Chakra Petch"/>
              </a:rPr>
              <a:t>Texte</a:t>
            </a:r>
            <a:endParaRPr i="0" sz="1500" u="none" cap="none" strike="noStrike">
              <a:solidFill>
                <a:schemeClr val="accent2"/>
              </a:solidFill>
              <a:latin typeface="Chakra Petch"/>
              <a:ea typeface="Chakra Petch"/>
              <a:cs typeface="Chakra Petch"/>
              <a:sym typeface="Chakra Petch"/>
            </a:endParaRPr>
          </a:p>
        </p:txBody>
      </p:sp>
      <p:sp>
        <p:nvSpPr>
          <p:cNvPr id="523" name="Google Shape;523;p56"/>
          <p:cNvSpPr txBox="1"/>
          <p:nvPr/>
        </p:nvSpPr>
        <p:spPr>
          <a:xfrm>
            <a:off x="9869138" y="3327033"/>
            <a:ext cx="2063400" cy="1488000"/>
          </a:xfrm>
          <a:prstGeom prst="rect">
            <a:avLst/>
          </a:prstGeom>
          <a:noFill/>
          <a:ln>
            <a:noFill/>
          </a:ln>
        </p:spPr>
        <p:txBody>
          <a:bodyPr anchorCtr="0" anchor="t" bIns="0" lIns="0" spcFirstLastPara="1" rIns="0" wrap="square" tIns="16925">
            <a:noAutofit/>
          </a:bodyPr>
          <a:lstStyle/>
          <a:p>
            <a:pPr indent="0" lvl="0" marL="12700" marR="12700" rtl="0" algn="ctr">
              <a:spcBef>
                <a:spcPts val="0"/>
              </a:spcBef>
              <a:spcAft>
                <a:spcPts val="0"/>
              </a:spcAft>
              <a:buClr>
                <a:schemeClr val="dk1"/>
              </a:buClr>
              <a:buSzPts val="1200"/>
              <a:buFont typeface="Arial"/>
              <a:buNone/>
            </a:pPr>
            <a:r>
              <a:rPr b="1" lang="en-US" sz="1300">
                <a:solidFill>
                  <a:srgbClr val="000E1D"/>
                </a:solidFill>
                <a:latin typeface="Inter"/>
                <a:ea typeface="Inter"/>
                <a:cs typeface="Inter"/>
                <a:sym typeface="Inter"/>
              </a:rPr>
              <a:t>Objectif :</a:t>
            </a:r>
            <a:r>
              <a:rPr lang="en-US" sz="1300">
                <a:solidFill>
                  <a:srgbClr val="000E1D"/>
                </a:solidFill>
                <a:latin typeface="Inter"/>
                <a:ea typeface="Inter"/>
                <a:cs typeface="Inter"/>
                <a:sym typeface="Inter"/>
              </a:rPr>
              <a:t> Texte </a:t>
            </a:r>
            <a:endParaRPr sz="1300">
              <a:solidFill>
                <a:srgbClr val="000E1D"/>
              </a:solidFill>
              <a:latin typeface="Inter"/>
              <a:ea typeface="Inter"/>
              <a:cs typeface="Inter"/>
              <a:sym typeface="Inter"/>
            </a:endParaRPr>
          </a:p>
        </p:txBody>
      </p:sp>
      <p:grpSp>
        <p:nvGrpSpPr>
          <p:cNvPr id="524" name="Google Shape;524;p56"/>
          <p:cNvGrpSpPr/>
          <p:nvPr/>
        </p:nvGrpSpPr>
        <p:grpSpPr>
          <a:xfrm>
            <a:off x="717814" y="2551383"/>
            <a:ext cx="1169801" cy="1168659"/>
            <a:chOff x="7313455" y="1340368"/>
            <a:chExt cx="877570" cy="877569"/>
          </a:xfrm>
        </p:grpSpPr>
        <p:sp>
          <p:nvSpPr>
            <p:cNvPr id="525" name="Google Shape;525;p56"/>
            <p:cNvSpPr/>
            <p:nvPr/>
          </p:nvSpPr>
          <p:spPr>
            <a:xfrm>
              <a:off x="7313455" y="1340368"/>
              <a:ext cx="877570" cy="877569"/>
            </a:xfrm>
            <a:custGeom>
              <a:rect b="b" l="l" r="r" t="t"/>
              <a:pathLst>
                <a:path extrusionOk="0" h="877569" w="877570">
                  <a:moveTo>
                    <a:pt x="438543" y="0"/>
                  </a:moveTo>
                  <a:lnTo>
                    <a:pt x="390759" y="2573"/>
                  </a:lnTo>
                  <a:lnTo>
                    <a:pt x="344465" y="10114"/>
                  </a:lnTo>
                  <a:lnTo>
                    <a:pt x="299929" y="22355"/>
                  </a:lnTo>
                  <a:lnTo>
                    <a:pt x="257419" y="39030"/>
                  </a:lnTo>
                  <a:lnTo>
                    <a:pt x="217201" y="59871"/>
                  </a:lnTo>
                  <a:lnTo>
                    <a:pt x="179545" y="84609"/>
                  </a:lnTo>
                  <a:lnTo>
                    <a:pt x="144716" y="112978"/>
                  </a:lnTo>
                  <a:lnTo>
                    <a:pt x="112983" y="144711"/>
                  </a:lnTo>
                  <a:lnTo>
                    <a:pt x="84613" y="179539"/>
                  </a:lnTo>
                  <a:lnTo>
                    <a:pt x="59873" y="217196"/>
                  </a:lnTo>
                  <a:lnTo>
                    <a:pt x="39032" y="257413"/>
                  </a:lnTo>
                  <a:lnTo>
                    <a:pt x="22357" y="299924"/>
                  </a:lnTo>
                  <a:lnTo>
                    <a:pt x="10114" y="344461"/>
                  </a:lnTo>
                  <a:lnTo>
                    <a:pt x="2573" y="390757"/>
                  </a:lnTo>
                  <a:lnTo>
                    <a:pt x="0" y="438543"/>
                  </a:lnTo>
                  <a:lnTo>
                    <a:pt x="2573" y="486328"/>
                  </a:lnTo>
                  <a:lnTo>
                    <a:pt x="10114" y="532622"/>
                  </a:lnTo>
                  <a:lnTo>
                    <a:pt x="22357" y="577159"/>
                  </a:lnTo>
                  <a:lnTo>
                    <a:pt x="39032" y="619670"/>
                  </a:lnTo>
                  <a:lnTo>
                    <a:pt x="59873" y="659888"/>
                  </a:lnTo>
                  <a:lnTo>
                    <a:pt x="84613" y="697546"/>
                  </a:lnTo>
                  <a:lnTo>
                    <a:pt x="112983" y="732376"/>
                  </a:lnTo>
                  <a:lnTo>
                    <a:pt x="144716" y="764111"/>
                  </a:lnTo>
                  <a:lnTo>
                    <a:pt x="179545" y="792482"/>
                  </a:lnTo>
                  <a:lnTo>
                    <a:pt x="217201" y="817222"/>
                  </a:lnTo>
                  <a:lnTo>
                    <a:pt x="257419" y="838065"/>
                  </a:lnTo>
                  <a:lnTo>
                    <a:pt x="299929" y="854741"/>
                  </a:lnTo>
                  <a:lnTo>
                    <a:pt x="344465" y="866984"/>
                  </a:lnTo>
                  <a:lnTo>
                    <a:pt x="390759" y="874526"/>
                  </a:lnTo>
                  <a:lnTo>
                    <a:pt x="438543" y="877100"/>
                  </a:lnTo>
                  <a:lnTo>
                    <a:pt x="486327" y="874526"/>
                  </a:lnTo>
                  <a:lnTo>
                    <a:pt x="532621" y="866984"/>
                  </a:lnTo>
                  <a:lnTo>
                    <a:pt x="577157" y="854741"/>
                  </a:lnTo>
                  <a:lnTo>
                    <a:pt x="619668" y="838065"/>
                  </a:lnTo>
                  <a:lnTo>
                    <a:pt x="659885" y="817222"/>
                  </a:lnTo>
                  <a:lnTo>
                    <a:pt x="697542" y="792482"/>
                  </a:lnTo>
                  <a:lnTo>
                    <a:pt x="732370" y="764111"/>
                  </a:lnTo>
                  <a:lnTo>
                    <a:pt x="764104" y="732376"/>
                  </a:lnTo>
                  <a:lnTo>
                    <a:pt x="792474" y="697546"/>
                  </a:lnTo>
                  <a:lnTo>
                    <a:pt x="817213" y="659888"/>
                  </a:lnTo>
                  <a:lnTo>
                    <a:pt x="838054" y="619670"/>
                  </a:lnTo>
                  <a:lnTo>
                    <a:pt x="854730" y="577159"/>
                  </a:lnTo>
                  <a:lnTo>
                    <a:pt x="866972" y="532622"/>
                  </a:lnTo>
                  <a:lnTo>
                    <a:pt x="874514" y="486328"/>
                  </a:lnTo>
                  <a:lnTo>
                    <a:pt x="877087" y="438543"/>
                  </a:lnTo>
                  <a:lnTo>
                    <a:pt x="874514" y="390757"/>
                  </a:lnTo>
                  <a:lnTo>
                    <a:pt x="866972" y="344461"/>
                  </a:lnTo>
                  <a:lnTo>
                    <a:pt x="854730" y="299924"/>
                  </a:lnTo>
                  <a:lnTo>
                    <a:pt x="838054" y="257413"/>
                  </a:lnTo>
                  <a:lnTo>
                    <a:pt x="817213" y="217196"/>
                  </a:lnTo>
                  <a:lnTo>
                    <a:pt x="792474" y="179539"/>
                  </a:lnTo>
                  <a:lnTo>
                    <a:pt x="764104" y="144711"/>
                  </a:lnTo>
                  <a:lnTo>
                    <a:pt x="732370" y="112978"/>
                  </a:lnTo>
                  <a:lnTo>
                    <a:pt x="697542" y="84609"/>
                  </a:lnTo>
                  <a:lnTo>
                    <a:pt x="659885" y="59871"/>
                  </a:lnTo>
                  <a:lnTo>
                    <a:pt x="619668" y="39030"/>
                  </a:lnTo>
                  <a:lnTo>
                    <a:pt x="577157" y="22355"/>
                  </a:lnTo>
                  <a:lnTo>
                    <a:pt x="532621" y="10114"/>
                  </a:lnTo>
                  <a:lnTo>
                    <a:pt x="486327" y="2573"/>
                  </a:lnTo>
                  <a:lnTo>
                    <a:pt x="438543"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26" name="Google Shape;526;p56"/>
            <p:cNvSpPr/>
            <p:nvPr/>
          </p:nvSpPr>
          <p:spPr>
            <a:xfrm>
              <a:off x="7515369" y="1757697"/>
              <a:ext cx="302259" cy="274319"/>
            </a:xfrm>
            <a:custGeom>
              <a:rect b="b" l="l" r="r" t="t"/>
              <a:pathLst>
                <a:path extrusionOk="0" h="274319" w="302259">
                  <a:moveTo>
                    <a:pt x="194309" y="40004"/>
                  </a:moveTo>
                  <a:lnTo>
                    <a:pt x="191166" y="55578"/>
                  </a:lnTo>
                  <a:lnTo>
                    <a:pt x="182594" y="68294"/>
                  </a:lnTo>
                  <a:lnTo>
                    <a:pt x="169878" y="76866"/>
                  </a:lnTo>
                  <a:lnTo>
                    <a:pt x="154304" y="80009"/>
                  </a:lnTo>
                  <a:lnTo>
                    <a:pt x="138731" y="76866"/>
                  </a:lnTo>
                  <a:lnTo>
                    <a:pt x="126015" y="68294"/>
                  </a:lnTo>
                  <a:lnTo>
                    <a:pt x="117443" y="55578"/>
                  </a:lnTo>
                  <a:lnTo>
                    <a:pt x="114299" y="40004"/>
                  </a:lnTo>
                  <a:lnTo>
                    <a:pt x="117443" y="24431"/>
                  </a:lnTo>
                  <a:lnTo>
                    <a:pt x="126015" y="11715"/>
                  </a:lnTo>
                  <a:lnTo>
                    <a:pt x="138731" y="3143"/>
                  </a:lnTo>
                  <a:lnTo>
                    <a:pt x="154304" y="0"/>
                  </a:lnTo>
                  <a:lnTo>
                    <a:pt x="169878" y="3143"/>
                  </a:lnTo>
                  <a:lnTo>
                    <a:pt x="182594" y="11715"/>
                  </a:lnTo>
                  <a:lnTo>
                    <a:pt x="191166" y="24431"/>
                  </a:lnTo>
                  <a:lnTo>
                    <a:pt x="194309" y="40004"/>
                  </a:lnTo>
                  <a:close/>
                </a:path>
                <a:path extrusionOk="0" h="274319" w="302259">
                  <a:moveTo>
                    <a:pt x="80009" y="85724"/>
                  </a:moveTo>
                  <a:lnTo>
                    <a:pt x="76866" y="101298"/>
                  </a:lnTo>
                  <a:lnTo>
                    <a:pt x="68294" y="114014"/>
                  </a:lnTo>
                  <a:lnTo>
                    <a:pt x="55578" y="122586"/>
                  </a:lnTo>
                  <a:lnTo>
                    <a:pt x="40004" y="125729"/>
                  </a:lnTo>
                  <a:lnTo>
                    <a:pt x="24431" y="122586"/>
                  </a:lnTo>
                  <a:lnTo>
                    <a:pt x="11715" y="114014"/>
                  </a:lnTo>
                  <a:lnTo>
                    <a:pt x="3143" y="101298"/>
                  </a:lnTo>
                  <a:lnTo>
                    <a:pt x="0" y="85724"/>
                  </a:lnTo>
                  <a:lnTo>
                    <a:pt x="3143" y="70151"/>
                  </a:lnTo>
                  <a:lnTo>
                    <a:pt x="11715" y="57435"/>
                  </a:lnTo>
                  <a:lnTo>
                    <a:pt x="24431" y="48863"/>
                  </a:lnTo>
                  <a:lnTo>
                    <a:pt x="40004" y="45719"/>
                  </a:lnTo>
                  <a:lnTo>
                    <a:pt x="55578" y="48863"/>
                  </a:lnTo>
                  <a:lnTo>
                    <a:pt x="68294" y="57435"/>
                  </a:lnTo>
                  <a:lnTo>
                    <a:pt x="76866" y="70151"/>
                  </a:lnTo>
                  <a:lnTo>
                    <a:pt x="80009" y="85724"/>
                  </a:lnTo>
                  <a:close/>
                </a:path>
                <a:path extrusionOk="0" h="274319" w="302259">
                  <a:moveTo>
                    <a:pt x="80009" y="274319"/>
                  </a:moveTo>
                  <a:lnTo>
                    <a:pt x="106718" y="149669"/>
                  </a:lnTo>
                  <a:lnTo>
                    <a:pt x="133024" y="118731"/>
                  </a:lnTo>
                  <a:lnTo>
                    <a:pt x="217169" y="102869"/>
                  </a:lnTo>
                  <a:lnTo>
                    <a:pt x="285153" y="41490"/>
                  </a:lnTo>
                  <a:lnTo>
                    <a:pt x="297795" y="64128"/>
                  </a:lnTo>
                  <a:lnTo>
                    <a:pt x="301758" y="78141"/>
                  </a:lnTo>
                  <a:lnTo>
                    <a:pt x="296815" y="89352"/>
                  </a:lnTo>
                  <a:lnTo>
                    <a:pt x="282740" y="103581"/>
                  </a:lnTo>
                  <a:lnTo>
                    <a:pt x="233705" y="152107"/>
                  </a:lnTo>
                  <a:lnTo>
                    <a:pt x="158749" y="175018"/>
                  </a:lnTo>
                </a:path>
                <a:path extrusionOk="0" h="274319" w="302259">
                  <a:moveTo>
                    <a:pt x="182879" y="274319"/>
                  </a:moveTo>
                  <a:lnTo>
                    <a:pt x="205739" y="160019"/>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27" name="Google Shape;527;p56"/>
            <p:cNvPicPr preferRelativeResize="0"/>
            <p:nvPr/>
          </p:nvPicPr>
          <p:blipFill rotWithShape="1">
            <a:blip r:embed="rId4">
              <a:alphaModFix/>
            </a:blip>
            <a:srcRect b="0" l="0" r="0" t="0"/>
            <a:stretch/>
          </p:blipFill>
          <p:spPr>
            <a:xfrm>
              <a:off x="7881878" y="1786590"/>
              <a:ext cx="90804" cy="90805"/>
            </a:xfrm>
            <a:prstGeom prst="rect">
              <a:avLst/>
            </a:prstGeom>
            <a:noFill/>
            <a:ln>
              <a:noFill/>
            </a:ln>
          </p:spPr>
        </p:pic>
        <p:sp>
          <p:nvSpPr>
            <p:cNvPr id="528" name="Google Shape;528;p56"/>
            <p:cNvSpPr/>
            <p:nvPr/>
          </p:nvSpPr>
          <p:spPr>
            <a:xfrm>
              <a:off x="7502301" y="1517667"/>
              <a:ext cx="521334" cy="514350"/>
            </a:xfrm>
            <a:custGeom>
              <a:rect b="b" l="l" r="r" t="t"/>
              <a:pathLst>
                <a:path extrusionOk="0" h="514350" w="521334">
                  <a:moveTo>
                    <a:pt x="521182" y="514350"/>
                  </a:moveTo>
                  <a:lnTo>
                    <a:pt x="495566" y="425259"/>
                  </a:lnTo>
                  <a:lnTo>
                    <a:pt x="465123" y="391442"/>
                  </a:lnTo>
                  <a:lnTo>
                    <a:pt x="442125" y="388620"/>
                  </a:lnTo>
                  <a:lnTo>
                    <a:pt x="304965" y="388620"/>
                  </a:lnTo>
                  <a:lnTo>
                    <a:pt x="316395" y="428625"/>
                  </a:lnTo>
                  <a:lnTo>
                    <a:pt x="442125" y="434340"/>
                  </a:lnTo>
                </a:path>
                <a:path extrusionOk="0" h="514350" w="521334">
                  <a:moveTo>
                    <a:pt x="436892" y="514350"/>
                  </a:moveTo>
                  <a:lnTo>
                    <a:pt x="407835" y="434340"/>
                  </a:lnTo>
                </a:path>
                <a:path extrusionOk="0" h="514350" w="521334">
                  <a:moveTo>
                    <a:pt x="0" y="514350"/>
                  </a:moveTo>
                  <a:lnTo>
                    <a:pt x="16916" y="435419"/>
                  </a:lnTo>
                  <a:lnTo>
                    <a:pt x="43223" y="404487"/>
                  </a:lnTo>
                  <a:lnTo>
                    <a:pt x="58788" y="400050"/>
                  </a:lnTo>
                  <a:lnTo>
                    <a:pt x="115938" y="388620"/>
                  </a:lnTo>
                </a:path>
                <a:path extrusionOk="0" h="514350" w="521334">
                  <a:moveTo>
                    <a:pt x="174739" y="42595"/>
                  </a:moveTo>
                  <a:lnTo>
                    <a:pt x="16713" y="110223"/>
                  </a:lnTo>
                  <a:lnTo>
                    <a:pt x="68745" y="150444"/>
                  </a:lnTo>
                  <a:lnTo>
                    <a:pt x="61696" y="215277"/>
                  </a:lnTo>
                  <a:lnTo>
                    <a:pt x="219722" y="147650"/>
                  </a:lnTo>
                </a:path>
                <a:path extrusionOk="0" h="514350" w="521334">
                  <a:moveTo>
                    <a:pt x="283057" y="295262"/>
                  </a:moveTo>
                  <a:lnTo>
                    <a:pt x="156375" y="0"/>
                  </a:lnTo>
                </a:path>
                <a:path extrusionOk="0" h="514350" w="521334">
                  <a:moveTo>
                    <a:pt x="321576" y="388543"/>
                  </a:moveTo>
                  <a:lnTo>
                    <a:pt x="300710" y="337997"/>
                  </a:lnTo>
                </a:path>
                <a:path extrusionOk="0" h="514350" w="521334">
                  <a:moveTo>
                    <a:pt x="373545" y="514350"/>
                  </a:moveTo>
                  <a:lnTo>
                    <a:pt x="340525" y="434403"/>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529" name="Google Shape;529;p56"/>
          <p:cNvGrpSpPr/>
          <p:nvPr/>
        </p:nvGrpSpPr>
        <p:grpSpPr>
          <a:xfrm>
            <a:off x="3113634" y="2211514"/>
            <a:ext cx="1169799" cy="1170063"/>
            <a:chOff x="1313456" y="1340368"/>
            <a:chExt cx="877569" cy="877569"/>
          </a:xfrm>
        </p:grpSpPr>
        <p:sp>
          <p:nvSpPr>
            <p:cNvPr id="530" name="Google Shape;530;p56"/>
            <p:cNvSpPr/>
            <p:nvPr/>
          </p:nvSpPr>
          <p:spPr>
            <a:xfrm>
              <a:off x="1313456" y="1340368"/>
              <a:ext cx="877569" cy="877569"/>
            </a:xfrm>
            <a:custGeom>
              <a:rect b="b" l="l" r="r" t="t"/>
              <a:pathLst>
                <a:path extrusionOk="0" h="877569" w="877569">
                  <a:moveTo>
                    <a:pt x="438543" y="0"/>
                  </a:moveTo>
                  <a:lnTo>
                    <a:pt x="390759" y="2573"/>
                  </a:lnTo>
                  <a:lnTo>
                    <a:pt x="344465" y="10114"/>
                  </a:lnTo>
                  <a:lnTo>
                    <a:pt x="299929" y="22355"/>
                  </a:lnTo>
                  <a:lnTo>
                    <a:pt x="257419" y="39030"/>
                  </a:lnTo>
                  <a:lnTo>
                    <a:pt x="217201" y="59871"/>
                  </a:lnTo>
                  <a:lnTo>
                    <a:pt x="179545" y="84609"/>
                  </a:lnTo>
                  <a:lnTo>
                    <a:pt x="144716" y="112978"/>
                  </a:lnTo>
                  <a:lnTo>
                    <a:pt x="112983" y="144711"/>
                  </a:lnTo>
                  <a:lnTo>
                    <a:pt x="84613" y="179539"/>
                  </a:lnTo>
                  <a:lnTo>
                    <a:pt x="59873" y="217196"/>
                  </a:lnTo>
                  <a:lnTo>
                    <a:pt x="39032" y="257413"/>
                  </a:lnTo>
                  <a:lnTo>
                    <a:pt x="22357" y="299924"/>
                  </a:lnTo>
                  <a:lnTo>
                    <a:pt x="10114" y="344461"/>
                  </a:lnTo>
                  <a:lnTo>
                    <a:pt x="2573" y="390757"/>
                  </a:lnTo>
                  <a:lnTo>
                    <a:pt x="0" y="438543"/>
                  </a:lnTo>
                  <a:lnTo>
                    <a:pt x="2573" y="486328"/>
                  </a:lnTo>
                  <a:lnTo>
                    <a:pt x="10114" y="532622"/>
                  </a:lnTo>
                  <a:lnTo>
                    <a:pt x="22357" y="577159"/>
                  </a:lnTo>
                  <a:lnTo>
                    <a:pt x="39032" y="619670"/>
                  </a:lnTo>
                  <a:lnTo>
                    <a:pt x="59873" y="659888"/>
                  </a:lnTo>
                  <a:lnTo>
                    <a:pt x="84613" y="697546"/>
                  </a:lnTo>
                  <a:lnTo>
                    <a:pt x="112983" y="732376"/>
                  </a:lnTo>
                  <a:lnTo>
                    <a:pt x="144716" y="764111"/>
                  </a:lnTo>
                  <a:lnTo>
                    <a:pt x="179545" y="792482"/>
                  </a:lnTo>
                  <a:lnTo>
                    <a:pt x="217201" y="817222"/>
                  </a:lnTo>
                  <a:lnTo>
                    <a:pt x="257419" y="838065"/>
                  </a:lnTo>
                  <a:lnTo>
                    <a:pt x="299929" y="854741"/>
                  </a:lnTo>
                  <a:lnTo>
                    <a:pt x="344465" y="866984"/>
                  </a:lnTo>
                  <a:lnTo>
                    <a:pt x="390759" y="874526"/>
                  </a:lnTo>
                  <a:lnTo>
                    <a:pt x="438543" y="877100"/>
                  </a:lnTo>
                  <a:lnTo>
                    <a:pt x="486327" y="874526"/>
                  </a:lnTo>
                  <a:lnTo>
                    <a:pt x="532621" y="866984"/>
                  </a:lnTo>
                  <a:lnTo>
                    <a:pt x="577157" y="854741"/>
                  </a:lnTo>
                  <a:lnTo>
                    <a:pt x="619668" y="838065"/>
                  </a:lnTo>
                  <a:lnTo>
                    <a:pt x="659885" y="817222"/>
                  </a:lnTo>
                  <a:lnTo>
                    <a:pt x="697542" y="792482"/>
                  </a:lnTo>
                  <a:lnTo>
                    <a:pt x="732370" y="764111"/>
                  </a:lnTo>
                  <a:lnTo>
                    <a:pt x="764104" y="732376"/>
                  </a:lnTo>
                  <a:lnTo>
                    <a:pt x="792474" y="697546"/>
                  </a:lnTo>
                  <a:lnTo>
                    <a:pt x="817213" y="659888"/>
                  </a:lnTo>
                  <a:lnTo>
                    <a:pt x="838054" y="619670"/>
                  </a:lnTo>
                  <a:lnTo>
                    <a:pt x="854730" y="577159"/>
                  </a:lnTo>
                  <a:lnTo>
                    <a:pt x="866972" y="532622"/>
                  </a:lnTo>
                  <a:lnTo>
                    <a:pt x="874514" y="486328"/>
                  </a:lnTo>
                  <a:lnTo>
                    <a:pt x="877087" y="438543"/>
                  </a:lnTo>
                  <a:lnTo>
                    <a:pt x="874514" y="390757"/>
                  </a:lnTo>
                  <a:lnTo>
                    <a:pt x="866972" y="344461"/>
                  </a:lnTo>
                  <a:lnTo>
                    <a:pt x="854730" y="299924"/>
                  </a:lnTo>
                  <a:lnTo>
                    <a:pt x="838054" y="257413"/>
                  </a:lnTo>
                  <a:lnTo>
                    <a:pt x="817213" y="217196"/>
                  </a:lnTo>
                  <a:lnTo>
                    <a:pt x="792474" y="179539"/>
                  </a:lnTo>
                  <a:lnTo>
                    <a:pt x="764104" y="144711"/>
                  </a:lnTo>
                  <a:lnTo>
                    <a:pt x="732370" y="112978"/>
                  </a:lnTo>
                  <a:lnTo>
                    <a:pt x="697542" y="84609"/>
                  </a:lnTo>
                  <a:lnTo>
                    <a:pt x="659885" y="59871"/>
                  </a:lnTo>
                  <a:lnTo>
                    <a:pt x="619668" y="39030"/>
                  </a:lnTo>
                  <a:lnTo>
                    <a:pt x="577157" y="22355"/>
                  </a:lnTo>
                  <a:lnTo>
                    <a:pt x="532621" y="10114"/>
                  </a:lnTo>
                  <a:lnTo>
                    <a:pt x="486327" y="2573"/>
                  </a:lnTo>
                  <a:lnTo>
                    <a:pt x="438543"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31" name="Google Shape;531;p56"/>
            <p:cNvSpPr/>
            <p:nvPr/>
          </p:nvSpPr>
          <p:spPr>
            <a:xfrm>
              <a:off x="1635239" y="1685305"/>
              <a:ext cx="233680" cy="236855"/>
            </a:xfrm>
            <a:custGeom>
              <a:rect b="b" l="l" r="r" t="t"/>
              <a:pathLst>
                <a:path extrusionOk="0" h="236855" w="233680">
                  <a:moveTo>
                    <a:pt x="211493" y="118414"/>
                  </a:moveTo>
                  <a:lnTo>
                    <a:pt x="211493" y="113957"/>
                  </a:lnTo>
                  <a:lnTo>
                    <a:pt x="211073" y="109613"/>
                  </a:lnTo>
                  <a:lnTo>
                    <a:pt x="210489" y="105321"/>
                  </a:lnTo>
                  <a:lnTo>
                    <a:pt x="233527" y="83820"/>
                  </a:lnTo>
                  <a:lnTo>
                    <a:pt x="205104" y="34594"/>
                  </a:lnTo>
                  <a:lnTo>
                    <a:pt x="174967" y="43789"/>
                  </a:lnTo>
                  <a:lnTo>
                    <a:pt x="169678" y="39935"/>
                  </a:lnTo>
                  <a:lnTo>
                    <a:pt x="164126" y="36444"/>
                  </a:lnTo>
                  <a:lnTo>
                    <a:pt x="158324" y="33336"/>
                  </a:lnTo>
                  <a:lnTo>
                    <a:pt x="152285" y="30632"/>
                  </a:lnTo>
                  <a:lnTo>
                    <a:pt x="145186" y="0"/>
                  </a:lnTo>
                  <a:lnTo>
                    <a:pt x="88341" y="0"/>
                  </a:lnTo>
                  <a:lnTo>
                    <a:pt x="81241" y="30632"/>
                  </a:lnTo>
                  <a:lnTo>
                    <a:pt x="75195" y="33336"/>
                  </a:lnTo>
                  <a:lnTo>
                    <a:pt x="69389" y="36444"/>
                  </a:lnTo>
                  <a:lnTo>
                    <a:pt x="63836" y="39935"/>
                  </a:lnTo>
                  <a:lnTo>
                    <a:pt x="58546" y="43789"/>
                  </a:lnTo>
                  <a:lnTo>
                    <a:pt x="28422" y="34594"/>
                  </a:lnTo>
                  <a:lnTo>
                    <a:pt x="0" y="83820"/>
                  </a:lnTo>
                  <a:lnTo>
                    <a:pt x="23037" y="105321"/>
                  </a:lnTo>
                  <a:lnTo>
                    <a:pt x="22440" y="109613"/>
                  </a:lnTo>
                  <a:lnTo>
                    <a:pt x="22034" y="113957"/>
                  </a:lnTo>
                  <a:lnTo>
                    <a:pt x="22034" y="118414"/>
                  </a:lnTo>
                  <a:lnTo>
                    <a:pt x="22034" y="122872"/>
                  </a:lnTo>
                  <a:lnTo>
                    <a:pt x="22440" y="127215"/>
                  </a:lnTo>
                  <a:lnTo>
                    <a:pt x="23037" y="131508"/>
                  </a:lnTo>
                  <a:lnTo>
                    <a:pt x="0" y="153009"/>
                  </a:lnTo>
                  <a:lnTo>
                    <a:pt x="28422" y="202234"/>
                  </a:lnTo>
                  <a:lnTo>
                    <a:pt x="58546" y="193040"/>
                  </a:lnTo>
                  <a:lnTo>
                    <a:pt x="63836" y="196894"/>
                  </a:lnTo>
                  <a:lnTo>
                    <a:pt x="69389" y="200385"/>
                  </a:lnTo>
                  <a:lnTo>
                    <a:pt x="75195" y="203493"/>
                  </a:lnTo>
                  <a:lnTo>
                    <a:pt x="81241" y="206197"/>
                  </a:lnTo>
                  <a:lnTo>
                    <a:pt x="88341" y="236829"/>
                  </a:lnTo>
                  <a:lnTo>
                    <a:pt x="145186" y="236829"/>
                  </a:lnTo>
                  <a:lnTo>
                    <a:pt x="152285" y="206197"/>
                  </a:lnTo>
                  <a:lnTo>
                    <a:pt x="158324" y="203493"/>
                  </a:lnTo>
                  <a:lnTo>
                    <a:pt x="164126" y="200385"/>
                  </a:lnTo>
                  <a:lnTo>
                    <a:pt x="169678" y="196894"/>
                  </a:lnTo>
                  <a:lnTo>
                    <a:pt x="174967" y="193040"/>
                  </a:lnTo>
                  <a:lnTo>
                    <a:pt x="205104" y="202234"/>
                  </a:lnTo>
                  <a:lnTo>
                    <a:pt x="233527" y="153009"/>
                  </a:lnTo>
                  <a:lnTo>
                    <a:pt x="210489" y="131508"/>
                  </a:lnTo>
                  <a:lnTo>
                    <a:pt x="211073" y="127215"/>
                  </a:lnTo>
                  <a:lnTo>
                    <a:pt x="211493" y="122872"/>
                  </a:lnTo>
                  <a:lnTo>
                    <a:pt x="211493" y="118414"/>
                  </a:lnTo>
                  <a:close/>
                </a:path>
                <a:path extrusionOk="0" h="236855" w="233680">
                  <a:moveTo>
                    <a:pt x="152285" y="118414"/>
                  </a:moveTo>
                  <a:lnTo>
                    <a:pt x="149494" y="132242"/>
                  </a:lnTo>
                  <a:lnTo>
                    <a:pt x="141882" y="143533"/>
                  </a:lnTo>
                  <a:lnTo>
                    <a:pt x="130591" y="151145"/>
                  </a:lnTo>
                  <a:lnTo>
                    <a:pt x="116763" y="153936"/>
                  </a:lnTo>
                  <a:lnTo>
                    <a:pt x="102935" y="151145"/>
                  </a:lnTo>
                  <a:lnTo>
                    <a:pt x="91644" y="143533"/>
                  </a:lnTo>
                  <a:lnTo>
                    <a:pt x="84032" y="132242"/>
                  </a:lnTo>
                  <a:lnTo>
                    <a:pt x="81241" y="118414"/>
                  </a:lnTo>
                  <a:lnTo>
                    <a:pt x="84032" y="104586"/>
                  </a:lnTo>
                  <a:lnTo>
                    <a:pt x="91644" y="93295"/>
                  </a:lnTo>
                  <a:lnTo>
                    <a:pt x="102935" y="85683"/>
                  </a:lnTo>
                  <a:lnTo>
                    <a:pt x="116763" y="82892"/>
                  </a:lnTo>
                  <a:lnTo>
                    <a:pt x="130591" y="85683"/>
                  </a:lnTo>
                  <a:lnTo>
                    <a:pt x="141882" y="93295"/>
                  </a:lnTo>
                  <a:lnTo>
                    <a:pt x="149494" y="104586"/>
                  </a:lnTo>
                  <a:lnTo>
                    <a:pt x="152285" y="118414"/>
                  </a:lnTo>
                  <a:close/>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32" name="Google Shape;532;p56"/>
            <p:cNvPicPr preferRelativeResize="0"/>
            <p:nvPr/>
          </p:nvPicPr>
          <p:blipFill rotWithShape="1">
            <a:blip r:embed="rId5">
              <a:alphaModFix/>
            </a:blip>
            <a:srcRect b="0" l="0" r="0" t="0"/>
            <a:stretch/>
          </p:blipFill>
          <p:spPr>
            <a:xfrm>
              <a:off x="1687398" y="1490449"/>
              <a:ext cx="129209" cy="152882"/>
            </a:xfrm>
            <a:prstGeom prst="rect">
              <a:avLst/>
            </a:prstGeom>
            <a:noFill/>
            <a:ln>
              <a:noFill/>
            </a:ln>
          </p:spPr>
        </p:pic>
        <p:sp>
          <p:nvSpPr>
            <p:cNvPr id="533" name="Google Shape;533;p56"/>
            <p:cNvSpPr/>
            <p:nvPr/>
          </p:nvSpPr>
          <p:spPr>
            <a:xfrm>
              <a:off x="1515173" y="1618706"/>
              <a:ext cx="473710" cy="398780"/>
            </a:xfrm>
            <a:custGeom>
              <a:rect b="b" l="l" r="r" t="t"/>
              <a:pathLst>
                <a:path extrusionOk="0" h="398780" w="473710">
                  <a:moveTo>
                    <a:pt x="82892" y="291591"/>
                  </a:moveTo>
                  <a:lnTo>
                    <a:pt x="80099" y="305414"/>
                  </a:lnTo>
                  <a:lnTo>
                    <a:pt x="72483" y="316706"/>
                  </a:lnTo>
                  <a:lnTo>
                    <a:pt x="61188" y="324321"/>
                  </a:lnTo>
                  <a:lnTo>
                    <a:pt x="47358" y="327113"/>
                  </a:lnTo>
                  <a:lnTo>
                    <a:pt x="33535" y="324321"/>
                  </a:lnTo>
                  <a:lnTo>
                    <a:pt x="22244" y="316706"/>
                  </a:lnTo>
                  <a:lnTo>
                    <a:pt x="14629" y="305414"/>
                  </a:lnTo>
                  <a:lnTo>
                    <a:pt x="11836" y="291591"/>
                  </a:lnTo>
                  <a:lnTo>
                    <a:pt x="14629" y="277761"/>
                  </a:lnTo>
                  <a:lnTo>
                    <a:pt x="22244" y="266466"/>
                  </a:lnTo>
                  <a:lnTo>
                    <a:pt x="33535" y="258850"/>
                  </a:lnTo>
                  <a:lnTo>
                    <a:pt x="47358" y="256057"/>
                  </a:lnTo>
                  <a:lnTo>
                    <a:pt x="61188" y="258850"/>
                  </a:lnTo>
                  <a:lnTo>
                    <a:pt x="72483" y="266466"/>
                  </a:lnTo>
                  <a:lnTo>
                    <a:pt x="80099" y="277761"/>
                  </a:lnTo>
                  <a:lnTo>
                    <a:pt x="82892" y="291591"/>
                  </a:lnTo>
                  <a:close/>
                </a:path>
                <a:path extrusionOk="0" h="398780" w="473710">
                  <a:moveTo>
                    <a:pt x="0" y="398157"/>
                  </a:moveTo>
                  <a:lnTo>
                    <a:pt x="0" y="362635"/>
                  </a:lnTo>
                  <a:lnTo>
                    <a:pt x="3722" y="348807"/>
                  </a:lnTo>
                  <a:lnTo>
                    <a:pt x="13873" y="337516"/>
                  </a:lnTo>
                  <a:lnTo>
                    <a:pt x="28926" y="329904"/>
                  </a:lnTo>
                  <a:lnTo>
                    <a:pt x="47358" y="327113"/>
                  </a:lnTo>
                  <a:lnTo>
                    <a:pt x="65797" y="329904"/>
                  </a:lnTo>
                  <a:lnTo>
                    <a:pt x="80854" y="337516"/>
                  </a:lnTo>
                  <a:lnTo>
                    <a:pt x="91006" y="348807"/>
                  </a:lnTo>
                  <a:lnTo>
                    <a:pt x="94729" y="362635"/>
                  </a:lnTo>
                  <a:lnTo>
                    <a:pt x="94729" y="398157"/>
                  </a:lnTo>
                </a:path>
                <a:path extrusionOk="0" h="398780" w="473710">
                  <a:moveTo>
                    <a:pt x="461810" y="291591"/>
                  </a:moveTo>
                  <a:lnTo>
                    <a:pt x="459019" y="305414"/>
                  </a:lnTo>
                  <a:lnTo>
                    <a:pt x="451407" y="316706"/>
                  </a:lnTo>
                  <a:lnTo>
                    <a:pt x="440116" y="324321"/>
                  </a:lnTo>
                  <a:lnTo>
                    <a:pt x="426288" y="327113"/>
                  </a:lnTo>
                  <a:lnTo>
                    <a:pt x="412460" y="324321"/>
                  </a:lnTo>
                  <a:lnTo>
                    <a:pt x="401169" y="316706"/>
                  </a:lnTo>
                  <a:lnTo>
                    <a:pt x="393557" y="305414"/>
                  </a:lnTo>
                  <a:lnTo>
                    <a:pt x="390766" y="291591"/>
                  </a:lnTo>
                  <a:lnTo>
                    <a:pt x="393557" y="277761"/>
                  </a:lnTo>
                  <a:lnTo>
                    <a:pt x="401169" y="266466"/>
                  </a:lnTo>
                  <a:lnTo>
                    <a:pt x="412460" y="258850"/>
                  </a:lnTo>
                  <a:lnTo>
                    <a:pt x="426288" y="256057"/>
                  </a:lnTo>
                  <a:lnTo>
                    <a:pt x="440116" y="258850"/>
                  </a:lnTo>
                  <a:lnTo>
                    <a:pt x="451407" y="266466"/>
                  </a:lnTo>
                  <a:lnTo>
                    <a:pt x="459019" y="277761"/>
                  </a:lnTo>
                  <a:lnTo>
                    <a:pt x="461810" y="291591"/>
                  </a:lnTo>
                  <a:close/>
                </a:path>
                <a:path extrusionOk="0" h="398780" w="473710">
                  <a:moveTo>
                    <a:pt x="378929" y="398157"/>
                  </a:moveTo>
                  <a:lnTo>
                    <a:pt x="378929" y="362635"/>
                  </a:lnTo>
                  <a:lnTo>
                    <a:pt x="382650" y="348807"/>
                  </a:lnTo>
                  <a:lnTo>
                    <a:pt x="392798" y="337516"/>
                  </a:lnTo>
                  <a:lnTo>
                    <a:pt x="407851" y="329904"/>
                  </a:lnTo>
                  <a:lnTo>
                    <a:pt x="426288" y="327113"/>
                  </a:lnTo>
                  <a:lnTo>
                    <a:pt x="444727" y="329904"/>
                  </a:lnTo>
                  <a:lnTo>
                    <a:pt x="459784" y="337516"/>
                  </a:lnTo>
                  <a:lnTo>
                    <a:pt x="469936" y="348807"/>
                  </a:lnTo>
                  <a:lnTo>
                    <a:pt x="473659" y="362635"/>
                  </a:lnTo>
                  <a:lnTo>
                    <a:pt x="473659" y="398157"/>
                  </a:lnTo>
                </a:path>
                <a:path extrusionOk="0" h="398780" w="473710">
                  <a:moveTo>
                    <a:pt x="25082" y="209575"/>
                  </a:moveTo>
                  <a:lnTo>
                    <a:pt x="24155" y="201510"/>
                  </a:lnTo>
                  <a:lnTo>
                    <a:pt x="23685" y="193319"/>
                  </a:lnTo>
                  <a:lnTo>
                    <a:pt x="23685" y="185013"/>
                  </a:lnTo>
                  <a:lnTo>
                    <a:pt x="28686" y="138904"/>
                  </a:lnTo>
                  <a:lnTo>
                    <a:pt x="42976" y="96280"/>
                  </a:lnTo>
                  <a:lnTo>
                    <a:pt x="65489" y="58210"/>
                  </a:lnTo>
                  <a:lnTo>
                    <a:pt x="95156" y="25760"/>
                  </a:lnTo>
                  <a:lnTo>
                    <a:pt x="130911" y="0"/>
                  </a:lnTo>
                </a:path>
                <a:path extrusionOk="0" h="398780" w="473710">
                  <a:moveTo>
                    <a:pt x="332168" y="375691"/>
                  </a:moveTo>
                  <a:lnTo>
                    <a:pt x="309988" y="385266"/>
                  </a:lnTo>
                  <a:lnTo>
                    <a:pt x="286594" y="392315"/>
                  </a:lnTo>
                  <a:lnTo>
                    <a:pt x="262152" y="396669"/>
                  </a:lnTo>
                  <a:lnTo>
                    <a:pt x="236829" y="398157"/>
                  </a:lnTo>
                  <a:lnTo>
                    <a:pt x="211504" y="396669"/>
                  </a:lnTo>
                  <a:lnTo>
                    <a:pt x="187058" y="392315"/>
                  </a:lnTo>
                  <a:lnTo>
                    <a:pt x="163659" y="385266"/>
                  </a:lnTo>
                  <a:lnTo>
                    <a:pt x="141477" y="375691"/>
                  </a:lnTo>
                </a:path>
                <a:path extrusionOk="0" h="398780" w="473710">
                  <a:moveTo>
                    <a:pt x="448576" y="209575"/>
                  </a:moveTo>
                  <a:lnTo>
                    <a:pt x="449503" y="201510"/>
                  </a:lnTo>
                  <a:lnTo>
                    <a:pt x="449973" y="193319"/>
                  </a:lnTo>
                  <a:lnTo>
                    <a:pt x="449973" y="185013"/>
                  </a:lnTo>
                  <a:lnTo>
                    <a:pt x="444973" y="138904"/>
                  </a:lnTo>
                  <a:lnTo>
                    <a:pt x="430682" y="96280"/>
                  </a:lnTo>
                  <a:lnTo>
                    <a:pt x="408170" y="58210"/>
                  </a:lnTo>
                  <a:lnTo>
                    <a:pt x="378502" y="25760"/>
                  </a:lnTo>
                  <a:lnTo>
                    <a:pt x="342747" y="0"/>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534" name="Google Shape;534;p56"/>
          <p:cNvGrpSpPr/>
          <p:nvPr/>
        </p:nvGrpSpPr>
        <p:grpSpPr>
          <a:xfrm>
            <a:off x="5509564" y="1873050"/>
            <a:ext cx="1169801" cy="1168659"/>
            <a:chOff x="3325857" y="1340368"/>
            <a:chExt cx="877570" cy="877569"/>
          </a:xfrm>
        </p:grpSpPr>
        <p:sp>
          <p:nvSpPr>
            <p:cNvPr id="535" name="Google Shape;535;p56"/>
            <p:cNvSpPr/>
            <p:nvPr/>
          </p:nvSpPr>
          <p:spPr>
            <a:xfrm>
              <a:off x="3325857" y="1340368"/>
              <a:ext cx="877570" cy="877569"/>
            </a:xfrm>
            <a:custGeom>
              <a:rect b="b" l="l" r="r" t="t"/>
              <a:pathLst>
                <a:path extrusionOk="0" h="877569" w="877570">
                  <a:moveTo>
                    <a:pt x="438543" y="0"/>
                  </a:moveTo>
                  <a:lnTo>
                    <a:pt x="390759" y="2573"/>
                  </a:lnTo>
                  <a:lnTo>
                    <a:pt x="344465" y="10114"/>
                  </a:lnTo>
                  <a:lnTo>
                    <a:pt x="299929" y="22355"/>
                  </a:lnTo>
                  <a:lnTo>
                    <a:pt x="257419" y="39030"/>
                  </a:lnTo>
                  <a:lnTo>
                    <a:pt x="217201" y="59871"/>
                  </a:lnTo>
                  <a:lnTo>
                    <a:pt x="179545" y="84609"/>
                  </a:lnTo>
                  <a:lnTo>
                    <a:pt x="144716" y="112978"/>
                  </a:lnTo>
                  <a:lnTo>
                    <a:pt x="112983" y="144711"/>
                  </a:lnTo>
                  <a:lnTo>
                    <a:pt x="84613" y="179539"/>
                  </a:lnTo>
                  <a:lnTo>
                    <a:pt x="59873" y="217196"/>
                  </a:lnTo>
                  <a:lnTo>
                    <a:pt x="39032" y="257413"/>
                  </a:lnTo>
                  <a:lnTo>
                    <a:pt x="22357" y="299924"/>
                  </a:lnTo>
                  <a:lnTo>
                    <a:pt x="10114" y="344461"/>
                  </a:lnTo>
                  <a:lnTo>
                    <a:pt x="2573" y="390757"/>
                  </a:lnTo>
                  <a:lnTo>
                    <a:pt x="0" y="438543"/>
                  </a:lnTo>
                  <a:lnTo>
                    <a:pt x="2573" y="486328"/>
                  </a:lnTo>
                  <a:lnTo>
                    <a:pt x="10114" y="532622"/>
                  </a:lnTo>
                  <a:lnTo>
                    <a:pt x="22357" y="577159"/>
                  </a:lnTo>
                  <a:lnTo>
                    <a:pt x="39032" y="619670"/>
                  </a:lnTo>
                  <a:lnTo>
                    <a:pt x="59873" y="659888"/>
                  </a:lnTo>
                  <a:lnTo>
                    <a:pt x="84613" y="697546"/>
                  </a:lnTo>
                  <a:lnTo>
                    <a:pt x="112983" y="732376"/>
                  </a:lnTo>
                  <a:lnTo>
                    <a:pt x="144716" y="764111"/>
                  </a:lnTo>
                  <a:lnTo>
                    <a:pt x="179545" y="792482"/>
                  </a:lnTo>
                  <a:lnTo>
                    <a:pt x="217201" y="817222"/>
                  </a:lnTo>
                  <a:lnTo>
                    <a:pt x="257419" y="838065"/>
                  </a:lnTo>
                  <a:lnTo>
                    <a:pt x="299929" y="854741"/>
                  </a:lnTo>
                  <a:lnTo>
                    <a:pt x="344465" y="866984"/>
                  </a:lnTo>
                  <a:lnTo>
                    <a:pt x="390759" y="874526"/>
                  </a:lnTo>
                  <a:lnTo>
                    <a:pt x="438543" y="877100"/>
                  </a:lnTo>
                  <a:lnTo>
                    <a:pt x="486327" y="874526"/>
                  </a:lnTo>
                  <a:lnTo>
                    <a:pt x="532621" y="866984"/>
                  </a:lnTo>
                  <a:lnTo>
                    <a:pt x="577157" y="854741"/>
                  </a:lnTo>
                  <a:lnTo>
                    <a:pt x="619668" y="838065"/>
                  </a:lnTo>
                  <a:lnTo>
                    <a:pt x="659885" y="817222"/>
                  </a:lnTo>
                  <a:lnTo>
                    <a:pt x="697542" y="792482"/>
                  </a:lnTo>
                  <a:lnTo>
                    <a:pt x="732370" y="764111"/>
                  </a:lnTo>
                  <a:lnTo>
                    <a:pt x="764104" y="732376"/>
                  </a:lnTo>
                  <a:lnTo>
                    <a:pt x="792474" y="697546"/>
                  </a:lnTo>
                  <a:lnTo>
                    <a:pt x="817213" y="659888"/>
                  </a:lnTo>
                  <a:lnTo>
                    <a:pt x="838054" y="619670"/>
                  </a:lnTo>
                  <a:lnTo>
                    <a:pt x="854730" y="577159"/>
                  </a:lnTo>
                  <a:lnTo>
                    <a:pt x="866972" y="532622"/>
                  </a:lnTo>
                  <a:lnTo>
                    <a:pt x="874514" y="486328"/>
                  </a:lnTo>
                  <a:lnTo>
                    <a:pt x="877087" y="438543"/>
                  </a:lnTo>
                  <a:lnTo>
                    <a:pt x="874514" y="390757"/>
                  </a:lnTo>
                  <a:lnTo>
                    <a:pt x="866972" y="344461"/>
                  </a:lnTo>
                  <a:lnTo>
                    <a:pt x="854730" y="299924"/>
                  </a:lnTo>
                  <a:lnTo>
                    <a:pt x="838054" y="257413"/>
                  </a:lnTo>
                  <a:lnTo>
                    <a:pt x="817213" y="217196"/>
                  </a:lnTo>
                  <a:lnTo>
                    <a:pt x="792474" y="179539"/>
                  </a:lnTo>
                  <a:lnTo>
                    <a:pt x="764104" y="144711"/>
                  </a:lnTo>
                  <a:lnTo>
                    <a:pt x="732370" y="112978"/>
                  </a:lnTo>
                  <a:lnTo>
                    <a:pt x="697542" y="84609"/>
                  </a:lnTo>
                  <a:lnTo>
                    <a:pt x="659885" y="59871"/>
                  </a:lnTo>
                  <a:lnTo>
                    <a:pt x="619668" y="39030"/>
                  </a:lnTo>
                  <a:lnTo>
                    <a:pt x="577157" y="22355"/>
                  </a:lnTo>
                  <a:lnTo>
                    <a:pt x="532621" y="10114"/>
                  </a:lnTo>
                  <a:lnTo>
                    <a:pt x="486327" y="2573"/>
                  </a:lnTo>
                  <a:lnTo>
                    <a:pt x="438543"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36" name="Google Shape;536;p56"/>
            <p:cNvSpPr/>
            <p:nvPr/>
          </p:nvSpPr>
          <p:spPr>
            <a:xfrm>
              <a:off x="3569725" y="1538883"/>
              <a:ext cx="342900" cy="114300"/>
            </a:xfrm>
            <a:custGeom>
              <a:rect b="b" l="l" r="r" t="t"/>
              <a:pathLst>
                <a:path extrusionOk="0" h="114300" w="342900">
                  <a:moveTo>
                    <a:pt x="0" y="34289"/>
                  </a:moveTo>
                  <a:lnTo>
                    <a:pt x="285750" y="34289"/>
                  </a:lnTo>
                  <a:lnTo>
                    <a:pt x="285750" y="0"/>
                  </a:lnTo>
                  <a:lnTo>
                    <a:pt x="342900" y="57149"/>
                  </a:lnTo>
                  <a:lnTo>
                    <a:pt x="285750" y="114299"/>
                  </a:lnTo>
                  <a:lnTo>
                    <a:pt x="285750" y="80009"/>
                  </a:lnTo>
                  <a:lnTo>
                    <a:pt x="80010" y="80009"/>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37" name="Google Shape;537;p56"/>
            <p:cNvPicPr preferRelativeResize="0"/>
            <p:nvPr/>
          </p:nvPicPr>
          <p:blipFill rotWithShape="1">
            <a:blip r:embed="rId6">
              <a:alphaModFix/>
            </a:blip>
            <a:srcRect b="0" l="0" r="0" t="0"/>
            <a:stretch/>
          </p:blipFill>
          <p:spPr>
            <a:xfrm>
              <a:off x="3884367" y="1739225"/>
              <a:ext cx="147955" cy="125095"/>
            </a:xfrm>
            <a:prstGeom prst="rect">
              <a:avLst/>
            </a:prstGeom>
            <a:noFill/>
            <a:ln>
              <a:noFill/>
            </a:ln>
          </p:spPr>
        </p:pic>
        <p:sp>
          <p:nvSpPr>
            <p:cNvPr id="538" name="Google Shape;538;p56"/>
            <p:cNvSpPr/>
            <p:nvPr/>
          </p:nvSpPr>
          <p:spPr>
            <a:xfrm>
              <a:off x="3489715" y="1904643"/>
              <a:ext cx="457200" cy="114300"/>
            </a:xfrm>
            <a:custGeom>
              <a:rect b="b" l="l" r="r" t="t"/>
              <a:pathLst>
                <a:path extrusionOk="0" h="114300" w="457200">
                  <a:moveTo>
                    <a:pt x="342900" y="34290"/>
                  </a:moveTo>
                  <a:lnTo>
                    <a:pt x="400050" y="34290"/>
                  </a:lnTo>
                  <a:lnTo>
                    <a:pt x="400050" y="0"/>
                  </a:lnTo>
                  <a:lnTo>
                    <a:pt x="457200" y="57150"/>
                  </a:lnTo>
                  <a:lnTo>
                    <a:pt x="400050" y="114300"/>
                  </a:lnTo>
                  <a:lnTo>
                    <a:pt x="400050" y="80010"/>
                  </a:lnTo>
                  <a:lnTo>
                    <a:pt x="171450" y="80010"/>
                  </a:lnTo>
                </a:path>
                <a:path extrusionOk="0" h="114300" w="457200">
                  <a:moveTo>
                    <a:pt x="0" y="11430"/>
                  </a:moveTo>
                  <a:lnTo>
                    <a:pt x="137160" y="11430"/>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39" name="Google Shape;539;p56"/>
            <p:cNvPicPr preferRelativeResize="0"/>
            <p:nvPr/>
          </p:nvPicPr>
          <p:blipFill rotWithShape="1">
            <a:blip r:embed="rId7">
              <a:alphaModFix/>
            </a:blip>
            <a:srcRect b="0" l="0" r="0" t="0"/>
            <a:stretch/>
          </p:blipFill>
          <p:spPr>
            <a:xfrm>
              <a:off x="3690054" y="1762085"/>
              <a:ext cx="79375" cy="79375"/>
            </a:xfrm>
            <a:prstGeom prst="rect">
              <a:avLst/>
            </a:prstGeom>
            <a:noFill/>
            <a:ln>
              <a:noFill/>
            </a:ln>
          </p:spPr>
        </p:pic>
        <p:sp>
          <p:nvSpPr>
            <p:cNvPr id="540" name="Google Shape;540;p56"/>
            <p:cNvSpPr/>
            <p:nvPr/>
          </p:nvSpPr>
          <p:spPr>
            <a:xfrm>
              <a:off x="3524007" y="1666583"/>
              <a:ext cx="340995" cy="270510"/>
            </a:xfrm>
            <a:custGeom>
              <a:rect b="b" l="l" r="r" t="t"/>
              <a:pathLst>
                <a:path extrusionOk="0" h="270510" w="340995">
                  <a:moveTo>
                    <a:pt x="340931" y="104635"/>
                  </a:moveTo>
                  <a:lnTo>
                    <a:pt x="326618" y="67386"/>
                  </a:lnTo>
                  <a:lnTo>
                    <a:pt x="291109" y="77914"/>
                  </a:lnTo>
                  <a:lnTo>
                    <a:pt x="285925" y="70851"/>
                  </a:lnTo>
                  <a:lnTo>
                    <a:pt x="280211" y="64323"/>
                  </a:lnTo>
                  <a:lnTo>
                    <a:pt x="274009" y="58345"/>
                  </a:lnTo>
                  <a:lnTo>
                    <a:pt x="267360" y="52933"/>
                  </a:lnTo>
                  <a:lnTo>
                    <a:pt x="279730" y="17983"/>
                  </a:lnTo>
                  <a:lnTo>
                    <a:pt x="243268" y="1765"/>
                  </a:lnTo>
                  <a:lnTo>
                    <a:pt x="225590" y="34353"/>
                  </a:lnTo>
                  <a:lnTo>
                    <a:pt x="217123" y="33035"/>
                  </a:lnTo>
                  <a:lnTo>
                    <a:pt x="208533" y="32427"/>
                  </a:lnTo>
                  <a:lnTo>
                    <a:pt x="199858" y="32551"/>
                  </a:lnTo>
                  <a:lnTo>
                    <a:pt x="191134" y="33426"/>
                  </a:lnTo>
                  <a:lnTo>
                    <a:pt x="175183" y="0"/>
                  </a:lnTo>
                  <a:lnTo>
                    <a:pt x="137934" y="14300"/>
                  </a:lnTo>
                  <a:lnTo>
                    <a:pt x="148462" y="49822"/>
                  </a:lnTo>
                  <a:lnTo>
                    <a:pt x="141395" y="55006"/>
                  </a:lnTo>
                  <a:lnTo>
                    <a:pt x="134867" y="60720"/>
                  </a:lnTo>
                  <a:lnTo>
                    <a:pt x="128892" y="66922"/>
                  </a:lnTo>
                  <a:lnTo>
                    <a:pt x="123482" y="73571"/>
                  </a:lnTo>
                  <a:lnTo>
                    <a:pt x="88531" y="61201"/>
                  </a:lnTo>
                  <a:lnTo>
                    <a:pt x="72313" y="97662"/>
                  </a:lnTo>
                  <a:lnTo>
                    <a:pt x="104889" y="115341"/>
                  </a:lnTo>
                  <a:lnTo>
                    <a:pt x="103578" y="123814"/>
                  </a:lnTo>
                  <a:lnTo>
                    <a:pt x="102974" y="132407"/>
                  </a:lnTo>
                  <a:lnTo>
                    <a:pt x="103099" y="141080"/>
                  </a:lnTo>
                  <a:lnTo>
                    <a:pt x="103974" y="149796"/>
                  </a:lnTo>
                  <a:lnTo>
                    <a:pt x="70548" y="165747"/>
                  </a:lnTo>
                  <a:lnTo>
                    <a:pt x="84848" y="202996"/>
                  </a:lnTo>
                  <a:lnTo>
                    <a:pt x="120370" y="192468"/>
                  </a:lnTo>
                  <a:lnTo>
                    <a:pt x="125554" y="199531"/>
                  </a:lnTo>
                  <a:lnTo>
                    <a:pt x="131268" y="206059"/>
                  </a:lnTo>
                  <a:lnTo>
                    <a:pt x="137470" y="212037"/>
                  </a:lnTo>
                  <a:lnTo>
                    <a:pt x="144119" y="217449"/>
                  </a:lnTo>
                  <a:lnTo>
                    <a:pt x="131749" y="252399"/>
                  </a:lnTo>
                  <a:lnTo>
                    <a:pt x="168198" y="268617"/>
                  </a:lnTo>
                  <a:lnTo>
                    <a:pt x="185889" y="236029"/>
                  </a:lnTo>
                  <a:lnTo>
                    <a:pt x="194355" y="237347"/>
                  </a:lnTo>
                  <a:lnTo>
                    <a:pt x="202944" y="237955"/>
                  </a:lnTo>
                  <a:lnTo>
                    <a:pt x="211616" y="237831"/>
                  </a:lnTo>
                  <a:lnTo>
                    <a:pt x="220332" y="236956"/>
                  </a:lnTo>
                  <a:lnTo>
                    <a:pt x="236296" y="270382"/>
                  </a:lnTo>
                  <a:lnTo>
                    <a:pt x="273545" y="256070"/>
                  </a:lnTo>
                  <a:lnTo>
                    <a:pt x="263016" y="220560"/>
                  </a:lnTo>
                  <a:lnTo>
                    <a:pt x="270077" y="215376"/>
                  </a:lnTo>
                  <a:lnTo>
                    <a:pt x="276601" y="209662"/>
                  </a:lnTo>
                  <a:lnTo>
                    <a:pt x="282574" y="203460"/>
                  </a:lnTo>
                  <a:lnTo>
                    <a:pt x="287985" y="196811"/>
                  </a:lnTo>
                  <a:lnTo>
                    <a:pt x="322935" y="209181"/>
                  </a:lnTo>
                  <a:lnTo>
                    <a:pt x="339166" y="172732"/>
                  </a:lnTo>
                  <a:lnTo>
                    <a:pt x="306577" y="155041"/>
                  </a:lnTo>
                  <a:lnTo>
                    <a:pt x="307890" y="146575"/>
                  </a:lnTo>
                  <a:lnTo>
                    <a:pt x="308498" y="137987"/>
                  </a:lnTo>
                  <a:lnTo>
                    <a:pt x="308378" y="129315"/>
                  </a:lnTo>
                  <a:lnTo>
                    <a:pt x="307505" y="120599"/>
                  </a:lnTo>
                  <a:lnTo>
                    <a:pt x="340931" y="104635"/>
                  </a:lnTo>
                  <a:close/>
                </a:path>
                <a:path extrusionOk="0" h="270510" w="340995">
                  <a:moveTo>
                    <a:pt x="102869" y="9461"/>
                  </a:moveTo>
                  <a:lnTo>
                    <a:pt x="0" y="9461"/>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541" name="Google Shape;541;p56"/>
          <p:cNvGrpSpPr/>
          <p:nvPr/>
        </p:nvGrpSpPr>
        <p:grpSpPr>
          <a:xfrm>
            <a:off x="7905495" y="1534585"/>
            <a:ext cx="1169801" cy="1168659"/>
            <a:chOff x="5325056" y="1340368"/>
            <a:chExt cx="877570" cy="877569"/>
          </a:xfrm>
        </p:grpSpPr>
        <p:sp>
          <p:nvSpPr>
            <p:cNvPr id="542" name="Google Shape;542;p56"/>
            <p:cNvSpPr/>
            <p:nvPr/>
          </p:nvSpPr>
          <p:spPr>
            <a:xfrm>
              <a:off x="5325056" y="1340368"/>
              <a:ext cx="877570" cy="877569"/>
            </a:xfrm>
            <a:custGeom>
              <a:rect b="b" l="l" r="r" t="t"/>
              <a:pathLst>
                <a:path extrusionOk="0" h="877569" w="877570">
                  <a:moveTo>
                    <a:pt x="438543" y="0"/>
                  </a:moveTo>
                  <a:lnTo>
                    <a:pt x="390759" y="2573"/>
                  </a:lnTo>
                  <a:lnTo>
                    <a:pt x="344465" y="10114"/>
                  </a:lnTo>
                  <a:lnTo>
                    <a:pt x="299929" y="22355"/>
                  </a:lnTo>
                  <a:lnTo>
                    <a:pt x="257419" y="39030"/>
                  </a:lnTo>
                  <a:lnTo>
                    <a:pt x="217201" y="59871"/>
                  </a:lnTo>
                  <a:lnTo>
                    <a:pt x="179545" y="84609"/>
                  </a:lnTo>
                  <a:lnTo>
                    <a:pt x="144716" y="112978"/>
                  </a:lnTo>
                  <a:lnTo>
                    <a:pt x="112983" y="144711"/>
                  </a:lnTo>
                  <a:lnTo>
                    <a:pt x="84613" y="179539"/>
                  </a:lnTo>
                  <a:lnTo>
                    <a:pt x="59873" y="217196"/>
                  </a:lnTo>
                  <a:lnTo>
                    <a:pt x="39032" y="257413"/>
                  </a:lnTo>
                  <a:lnTo>
                    <a:pt x="22357" y="299924"/>
                  </a:lnTo>
                  <a:lnTo>
                    <a:pt x="10114" y="344461"/>
                  </a:lnTo>
                  <a:lnTo>
                    <a:pt x="2573" y="390757"/>
                  </a:lnTo>
                  <a:lnTo>
                    <a:pt x="0" y="438543"/>
                  </a:lnTo>
                  <a:lnTo>
                    <a:pt x="2573" y="486328"/>
                  </a:lnTo>
                  <a:lnTo>
                    <a:pt x="10114" y="532622"/>
                  </a:lnTo>
                  <a:lnTo>
                    <a:pt x="22357" y="577159"/>
                  </a:lnTo>
                  <a:lnTo>
                    <a:pt x="39032" y="619670"/>
                  </a:lnTo>
                  <a:lnTo>
                    <a:pt x="59873" y="659888"/>
                  </a:lnTo>
                  <a:lnTo>
                    <a:pt x="84613" y="697546"/>
                  </a:lnTo>
                  <a:lnTo>
                    <a:pt x="112983" y="732376"/>
                  </a:lnTo>
                  <a:lnTo>
                    <a:pt x="144716" y="764111"/>
                  </a:lnTo>
                  <a:lnTo>
                    <a:pt x="179545" y="792482"/>
                  </a:lnTo>
                  <a:lnTo>
                    <a:pt x="217201" y="817222"/>
                  </a:lnTo>
                  <a:lnTo>
                    <a:pt x="257419" y="838065"/>
                  </a:lnTo>
                  <a:lnTo>
                    <a:pt x="299929" y="854741"/>
                  </a:lnTo>
                  <a:lnTo>
                    <a:pt x="344465" y="866984"/>
                  </a:lnTo>
                  <a:lnTo>
                    <a:pt x="390759" y="874526"/>
                  </a:lnTo>
                  <a:lnTo>
                    <a:pt x="438543" y="877100"/>
                  </a:lnTo>
                  <a:lnTo>
                    <a:pt x="486327" y="874526"/>
                  </a:lnTo>
                  <a:lnTo>
                    <a:pt x="532621" y="866984"/>
                  </a:lnTo>
                  <a:lnTo>
                    <a:pt x="577157" y="854741"/>
                  </a:lnTo>
                  <a:lnTo>
                    <a:pt x="619668" y="838065"/>
                  </a:lnTo>
                  <a:lnTo>
                    <a:pt x="659885" y="817222"/>
                  </a:lnTo>
                  <a:lnTo>
                    <a:pt x="697542" y="792482"/>
                  </a:lnTo>
                  <a:lnTo>
                    <a:pt x="732370" y="764111"/>
                  </a:lnTo>
                  <a:lnTo>
                    <a:pt x="764104" y="732376"/>
                  </a:lnTo>
                  <a:lnTo>
                    <a:pt x="792474" y="697546"/>
                  </a:lnTo>
                  <a:lnTo>
                    <a:pt x="817213" y="659888"/>
                  </a:lnTo>
                  <a:lnTo>
                    <a:pt x="838054" y="619670"/>
                  </a:lnTo>
                  <a:lnTo>
                    <a:pt x="854730" y="577159"/>
                  </a:lnTo>
                  <a:lnTo>
                    <a:pt x="866972" y="532622"/>
                  </a:lnTo>
                  <a:lnTo>
                    <a:pt x="874514" y="486328"/>
                  </a:lnTo>
                  <a:lnTo>
                    <a:pt x="877087" y="438543"/>
                  </a:lnTo>
                  <a:lnTo>
                    <a:pt x="874514" y="390757"/>
                  </a:lnTo>
                  <a:lnTo>
                    <a:pt x="866972" y="344461"/>
                  </a:lnTo>
                  <a:lnTo>
                    <a:pt x="854730" y="299924"/>
                  </a:lnTo>
                  <a:lnTo>
                    <a:pt x="838054" y="257413"/>
                  </a:lnTo>
                  <a:lnTo>
                    <a:pt x="817213" y="217196"/>
                  </a:lnTo>
                  <a:lnTo>
                    <a:pt x="792474" y="179539"/>
                  </a:lnTo>
                  <a:lnTo>
                    <a:pt x="764104" y="144711"/>
                  </a:lnTo>
                  <a:lnTo>
                    <a:pt x="732370" y="112978"/>
                  </a:lnTo>
                  <a:lnTo>
                    <a:pt x="697542" y="84609"/>
                  </a:lnTo>
                  <a:lnTo>
                    <a:pt x="659885" y="59871"/>
                  </a:lnTo>
                  <a:lnTo>
                    <a:pt x="619668" y="39030"/>
                  </a:lnTo>
                  <a:lnTo>
                    <a:pt x="577157" y="22355"/>
                  </a:lnTo>
                  <a:lnTo>
                    <a:pt x="532621" y="10114"/>
                  </a:lnTo>
                  <a:lnTo>
                    <a:pt x="486327" y="2573"/>
                  </a:lnTo>
                  <a:lnTo>
                    <a:pt x="438543"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43" name="Google Shape;543;p56"/>
            <p:cNvSpPr/>
            <p:nvPr/>
          </p:nvSpPr>
          <p:spPr>
            <a:xfrm>
              <a:off x="5496414" y="1797940"/>
              <a:ext cx="499745" cy="253364"/>
            </a:xfrm>
            <a:custGeom>
              <a:rect b="b" l="l" r="r" t="t"/>
              <a:pathLst>
                <a:path extrusionOk="0" h="253364" w="499745">
                  <a:moveTo>
                    <a:pt x="160020" y="195853"/>
                  </a:moveTo>
                  <a:lnTo>
                    <a:pt x="163466" y="192218"/>
                  </a:lnTo>
                  <a:lnTo>
                    <a:pt x="167840" y="188494"/>
                  </a:lnTo>
                  <a:lnTo>
                    <a:pt x="174018" y="185592"/>
                  </a:lnTo>
                  <a:lnTo>
                    <a:pt x="182880" y="184423"/>
                  </a:lnTo>
                  <a:lnTo>
                    <a:pt x="351091" y="184423"/>
                  </a:lnTo>
                  <a:lnTo>
                    <a:pt x="369486" y="173321"/>
                  </a:lnTo>
                  <a:lnTo>
                    <a:pt x="398240" y="148151"/>
                  </a:lnTo>
                  <a:lnTo>
                    <a:pt x="426279" y="121115"/>
                  </a:lnTo>
                  <a:lnTo>
                    <a:pt x="453577" y="89555"/>
                  </a:lnTo>
                  <a:lnTo>
                    <a:pt x="487499" y="36324"/>
                  </a:lnTo>
                  <a:lnTo>
                    <a:pt x="499681" y="12973"/>
                  </a:lnTo>
                  <a:lnTo>
                    <a:pt x="492718" y="6729"/>
                  </a:lnTo>
                  <a:lnTo>
                    <a:pt x="482274" y="2066"/>
                  </a:lnTo>
                  <a:lnTo>
                    <a:pt x="469104" y="0"/>
                  </a:lnTo>
                  <a:lnTo>
                    <a:pt x="453961" y="1543"/>
                  </a:lnTo>
                  <a:lnTo>
                    <a:pt x="440209" y="6940"/>
                  </a:lnTo>
                  <a:lnTo>
                    <a:pt x="428634" y="16221"/>
                  </a:lnTo>
                  <a:lnTo>
                    <a:pt x="418292" y="29592"/>
                  </a:lnTo>
                  <a:lnTo>
                    <a:pt x="408241" y="47263"/>
                  </a:lnTo>
                  <a:lnTo>
                    <a:pt x="355841" y="74466"/>
                  </a:lnTo>
                </a:path>
                <a:path extrusionOk="0" h="253364" w="499745">
                  <a:moveTo>
                    <a:pt x="225361" y="115843"/>
                  </a:moveTo>
                  <a:lnTo>
                    <a:pt x="328231" y="115843"/>
                  </a:lnTo>
                  <a:lnTo>
                    <a:pt x="353949" y="106913"/>
                  </a:lnTo>
                  <a:lnTo>
                    <a:pt x="362521" y="87268"/>
                  </a:lnTo>
                  <a:lnTo>
                    <a:pt x="353949" y="67622"/>
                  </a:lnTo>
                  <a:lnTo>
                    <a:pt x="328231" y="58693"/>
                  </a:lnTo>
                  <a:lnTo>
                    <a:pt x="259651" y="58693"/>
                  </a:lnTo>
                  <a:lnTo>
                    <a:pt x="251118" y="55121"/>
                  </a:lnTo>
                  <a:lnTo>
                    <a:pt x="240501" y="47263"/>
                  </a:lnTo>
                  <a:lnTo>
                    <a:pt x="228838" y="39404"/>
                  </a:lnTo>
                  <a:lnTo>
                    <a:pt x="217170" y="35833"/>
                  </a:lnTo>
                  <a:lnTo>
                    <a:pt x="160020" y="35833"/>
                  </a:lnTo>
                  <a:lnTo>
                    <a:pt x="123949" y="50765"/>
                  </a:lnTo>
                  <a:lnTo>
                    <a:pt x="99674" y="73064"/>
                  </a:lnTo>
                  <a:lnTo>
                    <a:pt x="84202" y="87977"/>
                  </a:lnTo>
                  <a:lnTo>
                    <a:pt x="71942" y="99678"/>
                  </a:lnTo>
                  <a:lnTo>
                    <a:pt x="66954" y="104413"/>
                  </a:lnTo>
                </a:path>
                <a:path extrusionOk="0" h="253364" w="499745">
                  <a:moveTo>
                    <a:pt x="125730" y="253003"/>
                  </a:moveTo>
                  <a:lnTo>
                    <a:pt x="171450" y="207283"/>
                  </a:lnTo>
                  <a:lnTo>
                    <a:pt x="45720" y="81553"/>
                  </a:lnTo>
                  <a:lnTo>
                    <a:pt x="0" y="127273"/>
                  </a:lnTo>
                  <a:lnTo>
                    <a:pt x="125730" y="253003"/>
                  </a:lnTo>
                  <a:close/>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44" name="Google Shape;544;p56"/>
            <p:cNvPicPr preferRelativeResize="0"/>
            <p:nvPr/>
          </p:nvPicPr>
          <p:blipFill rotWithShape="1">
            <a:blip r:embed="rId8">
              <a:alphaModFix/>
            </a:blip>
            <a:srcRect b="0" l="0" r="0" t="0"/>
            <a:stretch/>
          </p:blipFill>
          <p:spPr>
            <a:xfrm>
              <a:off x="5636368" y="1519765"/>
              <a:ext cx="353695" cy="342264"/>
            </a:xfrm>
            <a:prstGeom prst="rect">
              <a:avLst/>
            </a:prstGeom>
            <a:noFill/>
            <a:ln>
              <a:noFill/>
            </a:ln>
          </p:spPr>
        </p:pic>
        <p:sp>
          <p:nvSpPr>
            <p:cNvPr id="545" name="Google Shape;545;p56"/>
            <p:cNvSpPr/>
            <p:nvPr/>
          </p:nvSpPr>
          <p:spPr>
            <a:xfrm>
              <a:off x="5641765" y="1525163"/>
              <a:ext cx="342900" cy="285750"/>
            </a:xfrm>
            <a:custGeom>
              <a:rect b="b" l="l" r="r" t="t"/>
              <a:pathLst>
                <a:path extrusionOk="0" h="285750" w="342900">
                  <a:moveTo>
                    <a:pt x="43637" y="285724"/>
                  </a:moveTo>
                  <a:lnTo>
                    <a:pt x="25369" y="261248"/>
                  </a:lnTo>
                  <a:lnTo>
                    <a:pt x="11641" y="233678"/>
                  </a:lnTo>
                  <a:lnTo>
                    <a:pt x="3001" y="203562"/>
                  </a:lnTo>
                  <a:lnTo>
                    <a:pt x="0" y="171449"/>
                  </a:lnTo>
                  <a:lnTo>
                    <a:pt x="6124" y="125871"/>
                  </a:lnTo>
                  <a:lnTo>
                    <a:pt x="23407" y="84915"/>
                  </a:lnTo>
                  <a:lnTo>
                    <a:pt x="50215" y="50215"/>
                  </a:lnTo>
                  <a:lnTo>
                    <a:pt x="84915" y="23407"/>
                  </a:lnTo>
                  <a:lnTo>
                    <a:pt x="125871" y="6124"/>
                  </a:lnTo>
                  <a:lnTo>
                    <a:pt x="171449" y="0"/>
                  </a:lnTo>
                  <a:lnTo>
                    <a:pt x="217028" y="6124"/>
                  </a:lnTo>
                  <a:lnTo>
                    <a:pt x="257984" y="23407"/>
                  </a:lnTo>
                  <a:lnTo>
                    <a:pt x="292684" y="50215"/>
                  </a:lnTo>
                  <a:lnTo>
                    <a:pt x="319492" y="84915"/>
                  </a:lnTo>
                  <a:lnTo>
                    <a:pt x="336775" y="125871"/>
                  </a:lnTo>
                  <a:lnTo>
                    <a:pt x="342899" y="171449"/>
                  </a:lnTo>
                  <a:lnTo>
                    <a:pt x="341585" y="192781"/>
                  </a:lnTo>
                  <a:lnTo>
                    <a:pt x="337746" y="213331"/>
                  </a:lnTo>
                  <a:lnTo>
                    <a:pt x="331541" y="232943"/>
                  </a:lnTo>
                  <a:lnTo>
                    <a:pt x="323126" y="251459"/>
                  </a:lnTo>
                </a:path>
              </a:pathLst>
            </a:custGeom>
            <a:noFill/>
            <a:ln cap="flat" cmpd="sng" w="14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546" name="Google Shape;546;p56"/>
          <p:cNvGrpSpPr/>
          <p:nvPr/>
        </p:nvGrpSpPr>
        <p:grpSpPr>
          <a:xfrm>
            <a:off x="10301406" y="1194720"/>
            <a:ext cx="1169801" cy="1170063"/>
            <a:chOff x="5878935" y="1227771"/>
            <a:chExt cx="877570" cy="877569"/>
          </a:xfrm>
        </p:grpSpPr>
        <p:sp>
          <p:nvSpPr>
            <p:cNvPr id="547" name="Google Shape;547;p56"/>
            <p:cNvSpPr/>
            <p:nvPr/>
          </p:nvSpPr>
          <p:spPr>
            <a:xfrm>
              <a:off x="5878935" y="1227771"/>
              <a:ext cx="877570" cy="877569"/>
            </a:xfrm>
            <a:custGeom>
              <a:rect b="b" l="l" r="r" t="t"/>
              <a:pathLst>
                <a:path extrusionOk="0" h="877569" w="877570">
                  <a:moveTo>
                    <a:pt x="438543" y="0"/>
                  </a:moveTo>
                  <a:lnTo>
                    <a:pt x="390759" y="2573"/>
                  </a:lnTo>
                  <a:lnTo>
                    <a:pt x="344465" y="10114"/>
                  </a:lnTo>
                  <a:lnTo>
                    <a:pt x="299929" y="22355"/>
                  </a:lnTo>
                  <a:lnTo>
                    <a:pt x="257419" y="39030"/>
                  </a:lnTo>
                  <a:lnTo>
                    <a:pt x="217201" y="59871"/>
                  </a:lnTo>
                  <a:lnTo>
                    <a:pt x="179545" y="84609"/>
                  </a:lnTo>
                  <a:lnTo>
                    <a:pt x="144716" y="112978"/>
                  </a:lnTo>
                  <a:lnTo>
                    <a:pt x="112983" y="144711"/>
                  </a:lnTo>
                  <a:lnTo>
                    <a:pt x="84613" y="179539"/>
                  </a:lnTo>
                  <a:lnTo>
                    <a:pt x="59873" y="217196"/>
                  </a:lnTo>
                  <a:lnTo>
                    <a:pt x="39032" y="257413"/>
                  </a:lnTo>
                  <a:lnTo>
                    <a:pt x="22357" y="299924"/>
                  </a:lnTo>
                  <a:lnTo>
                    <a:pt x="10114" y="344461"/>
                  </a:lnTo>
                  <a:lnTo>
                    <a:pt x="2573" y="390757"/>
                  </a:lnTo>
                  <a:lnTo>
                    <a:pt x="0" y="438543"/>
                  </a:lnTo>
                  <a:lnTo>
                    <a:pt x="2573" y="486328"/>
                  </a:lnTo>
                  <a:lnTo>
                    <a:pt x="10114" y="532622"/>
                  </a:lnTo>
                  <a:lnTo>
                    <a:pt x="22357" y="577159"/>
                  </a:lnTo>
                  <a:lnTo>
                    <a:pt x="39032" y="619670"/>
                  </a:lnTo>
                  <a:lnTo>
                    <a:pt x="59873" y="659888"/>
                  </a:lnTo>
                  <a:lnTo>
                    <a:pt x="84613" y="697546"/>
                  </a:lnTo>
                  <a:lnTo>
                    <a:pt x="112983" y="732376"/>
                  </a:lnTo>
                  <a:lnTo>
                    <a:pt x="144716" y="764111"/>
                  </a:lnTo>
                  <a:lnTo>
                    <a:pt x="179545" y="792482"/>
                  </a:lnTo>
                  <a:lnTo>
                    <a:pt x="217201" y="817222"/>
                  </a:lnTo>
                  <a:lnTo>
                    <a:pt x="257419" y="838065"/>
                  </a:lnTo>
                  <a:lnTo>
                    <a:pt x="299929" y="854741"/>
                  </a:lnTo>
                  <a:lnTo>
                    <a:pt x="344465" y="866984"/>
                  </a:lnTo>
                  <a:lnTo>
                    <a:pt x="390759" y="874526"/>
                  </a:lnTo>
                  <a:lnTo>
                    <a:pt x="438543" y="877100"/>
                  </a:lnTo>
                  <a:lnTo>
                    <a:pt x="486327" y="874526"/>
                  </a:lnTo>
                  <a:lnTo>
                    <a:pt x="532621" y="866984"/>
                  </a:lnTo>
                  <a:lnTo>
                    <a:pt x="577157" y="854741"/>
                  </a:lnTo>
                  <a:lnTo>
                    <a:pt x="619668" y="838065"/>
                  </a:lnTo>
                  <a:lnTo>
                    <a:pt x="659885" y="817222"/>
                  </a:lnTo>
                  <a:lnTo>
                    <a:pt x="697542" y="792482"/>
                  </a:lnTo>
                  <a:lnTo>
                    <a:pt x="732370" y="764111"/>
                  </a:lnTo>
                  <a:lnTo>
                    <a:pt x="764104" y="732376"/>
                  </a:lnTo>
                  <a:lnTo>
                    <a:pt x="792474" y="697546"/>
                  </a:lnTo>
                  <a:lnTo>
                    <a:pt x="817213" y="659888"/>
                  </a:lnTo>
                  <a:lnTo>
                    <a:pt x="838054" y="619670"/>
                  </a:lnTo>
                  <a:lnTo>
                    <a:pt x="854730" y="577159"/>
                  </a:lnTo>
                  <a:lnTo>
                    <a:pt x="866972" y="532622"/>
                  </a:lnTo>
                  <a:lnTo>
                    <a:pt x="874514" y="486328"/>
                  </a:lnTo>
                  <a:lnTo>
                    <a:pt x="877087" y="438543"/>
                  </a:lnTo>
                  <a:lnTo>
                    <a:pt x="874514" y="390757"/>
                  </a:lnTo>
                  <a:lnTo>
                    <a:pt x="866972" y="344461"/>
                  </a:lnTo>
                  <a:lnTo>
                    <a:pt x="854730" y="299924"/>
                  </a:lnTo>
                  <a:lnTo>
                    <a:pt x="838054" y="257413"/>
                  </a:lnTo>
                  <a:lnTo>
                    <a:pt x="817213" y="217196"/>
                  </a:lnTo>
                  <a:lnTo>
                    <a:pt x="792474" y="179539"/>
                  </a:lnTo>
                  <a:lnTo>
                    <a:pt x="764104" y="144711"/>
                  </a:lnTo>
                  <a:lnTo>
                    <a:pt x="732370" y="112978"/>
                  </a:lnTo>
                  <a:lnTo>
                    <a:pt x="697542" y="84609"/>
                  </a:lnTo>
                  <a:lnTo>
                    <a:pt x="659885" y="59871"/>
                  </a:lnTo>
                  <a:lnTo>
                    <a:pt x="619668" y="39030"/>
                  </a:lnTo>
                  <a:lnTo>
                    <a:pt x="577157" y="22355"/>
                  </a:lnTo>
                  <a:lnTo>
                    <a:pt x="532621" y="10114"/>
                  </a:lnTo>
                  <a:lnTo>
                    <a:pt x="486327" y="2573"/>
                  </a:lnTo>
                  <a:lnTo>
                    <a:pt x="438543"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548" name="Google Shape;548;p56"/>
            <p:cNvPicPr preferRelativeResize="0"/>
            <p:nvPr/>
          </p:nvPicPr>
          <p:blipFill>
            <a:blip r:embed="rId9">
              <a:alphaModFix/>
            </a:blip>
            <a:stretch>
              <a:fillRect/>
            </a:stretch>
          </p:blipFill>
          <p:spPr>
            <a:xfrm>
              <a:off x="6032473" y="1381330"/>
              <a:ext cx="570479" cy="570450"/>
            </a:xfrm>
            <a:prstGeom prst="rect">
              <a:avLst/>
            </a:prstGeom>
            <a:noFill/>
            <a:ln>
              <a:noFill/>
            </a:ln>
          </p:spPr>
        </p:pic>
      </p:grpSp>
      <p:sp>
        <p:nvSpPr>
          <p:cNvPr id="549" name="Google Shape;549;p56"/>
          <p:cNvSpPr/>
          <p:nvPr/>
        </p:nvSpPr>
        <p:spPr>
          <a:xfrm>
            <a:off x="959539" y="4518772"/>
            <a:ext cx="656603" cy="0"/>
          </a:xfrm>
          <a:custGeom>
            <a:rect b="b" l="l" r="r" t="t"/>
            <a:pathLst>
              <a:path extrusionOk="0" h="120000" w="492760">
                <a:moveTo>
                  <a:pt x="492480" y="0"/>
                </a:moveTo>
                <a:lnTo>
                  <a:pt x="0" y="0"/>
                </a:lnTo>
              </a:path>
            </a:pathLst>
          </a:custGeom>
          <a:noFill/>
          <a:ln cap="flat" cmpd="sng" w="12700">
            <a:solidFill>
              <a:srgbClr val="000E1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i="0" sz="2400" u="none" cap="none" strike="noStrike">
              <a:solidFill>
                <a:srgbClr val="000000"/>
              </a:solidFill>
              <a:latin typeface="Inter"/>
              <a:ea typeface="Inter"/>
              <a:cs typeface="Inter"/>
              <a:sym typeface="Inter"/>
            </a:endParaRPr>
          </a:p>
        </p:txBody>
      </p:sp>
      <p:sp>
        <p:nvSpPr>
          <p:cNvPr id="550" name="Google Shape;550;p56"/>
          <p:cNvSpPr/>
          <p:nvPr/>
        </p:nvSpPr>
        <p:spPr>
          <a:xfrm>
            <a:off x="8169227" y="3501506"/>
            <a:ext cx="656603" cy="0"/>
          </a:xfrm>
          <a:custGeom>
            <a:rect b="b" l="l" r="r" t="t"/>
            <a:pathLst>
              <a:path extrusionOk="0" h="120000" w="492760">
                <a:moveTo>
                  <a:pt x="492480" y="0"/>
                </a:moveTo>
                <a:lnTo>
                  <a:pt x="0" y="0"/>
                </a:lnTo>
              </a:path>
            </a:pathLst>
          </a:custGeom>
          <a:noFill/>
          <a:ln cap="flat" cmpd="sng" w="12700">
            <a:solidFill>
              <a:srgbClr val="000E1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1" name="Google Shape;551;p56"/>
          <p:cNvSpPr txBox="1"/>
          <p:nvPr/>
        </p:nvSpPr>
        <p:spPr>
          <a:xfrm>
            <a:off x="5014685" y="3206710"/>
            <a:ext cx="2159400" cy="248100"/>
          </a:xfrm>
          <a:prstGeom prst="rect">
            <a:avLst/>
          </a:prstGeom>
          <a:noFill/>
          <a:ln>
            <a:noFill/>
          </a:ln>
        </p:spPr>
        <p:txBody>
          <a:bodyPr anchorCtr="0" anchor="ctr" bIns="0" lIns="0" spcFirstLastPara="1" rIns="0" wrap="square" tIns="16925">
            <a:spAutoFit/>
          </a:bodyPr>
          <a:lstStyle/>
          <a:p>
            <a:pPr indent="0" lvl="0" marL="12700" marR="12700" rtl="0" algn="ctr">
              <a:lnSpc>
                <a:spcPct val="100000"/>
              </a:lnSpc>
              <a:spcBef>
                <a:spcPts val="0"/>
              </a:spcBef>
              <a:spcAft>
                <a:spcPts val="0"/>
              </a:spcAft>
              <a:buClr>
                <a:srgbClr val="000000"/>
              </a:buClr>
              <a:buSzPts val="1500"/>
              <a:buFont typeface="Arial"/>
              <a:buNone/>
            </a:pPr>
            <a:r>
              <a:rPr b="1" lang="en-US" sz="1500">
                <a:solidFill>
                  <a:schemeClr val="accent2"/>
                </a:solidFill>
                <a:latin typeface="Chakra Petch"/>
                <a:ea typeface="Chakra Petch"/>
                <a:cs typeface="Chakra Petch"/>
                <a:sym typeface="Chakra Petch"/>
              </a:rPr>
              <a:t>Texte</a:t>
            </a:r>
            <a:endParaRPr i="0" sz="1500" u="none" cap="none" strike="noStrike">
              <a:solidFill>
                <a:schemeClr val="accent2"/>
              </a:solidFill>
              <a:latin typeface="Chakra Petch"/>
              <a:ea typeface="Chakra Petch"/>
              <a:cs typeface="Chakra Petch"/>
              <a:sym typeface="Chakra Petch"/>
            </a:endParaRPr>
          </a:p>
        </p:txBody>
      </p:sp>
      <p:sp>
        <p:nvSpPr>
          <p:cNvPr id="552" name="Google Shape;552;p56"/>
          <p:cNvSpPr txBox="1"/>
          <p:nvPr/>
        </p:nvSpPr>
        <p:spPr>
          <a:xfrm>
            <a:off x="5062681" y="4005367"/>
            <a:ext cx="2063400" cy="1488000"/>
          </a:xfrm>
          <a:prstGeom prst="rect">
            <a:avLst/>
          </a:prstGeom>
          <a:noFill/>
          <a:ln>
            <a:noFill/>
          </a:ln>
        </p:spPr>
        <p:txBody>
          <a:bodyPr anchorCtr="0" anchor="t" bIns="0" lIns="0" spcFirstLastPara="1" rIns="0" wrap="square" tIns="16925">
            <a:noAutofit/>
          </a:bodyPr>
          <a:lstStyle/>
          <a:p>
            <a:pPr indent="0" lvl="0" marL="12700" marR="12700" rtl="0" algn="ctr">
              <a:spcBef>
                <a:spcPts val="0"/>
              </a:spcBef>
              <a:spcAft>
                <a:spcPts val="0"/>
              </a:spcAft>
              <a:buClr>
                <a:schemeClr val="dk1"/>
              </a:buClr>
              <a:buSzPts val="1200"/>
              <a:buFont typeface="Arial"/>
              <a:buNone/>
            </a:pPr>
            <a:r>
              <a:rPr b="1" lang="en-US" sz="1300">
                <a:solidFill>
                  <a:srgbClr val="000E1D"/>
                </a:solidFill>
                <a:latin typeface="Inter"/>
                <a:ea typeface="Inter"/>
                <a:cs typeface="Inter"/>
                <a:sym typeface="Inter"/>
              </a:rPr>
              <a:t>Objectif :</a:t>
            </a:r>
            <a:r>
              <a:rPr lang="en-US" sz="1300">
                <a:solidFill>
                  <a:srgbClr val="000E1D"/>
                </a:solidFill>
                <a:latin typeface="Inter"/>
                <a:ea typeface="Inter"/>
                <a:cs typeface="Inter"/>
                <a:sym typeface="Inter"/>
              </a:rPr>
              <a:t> Texte</a:t>
            </a:r>
            <a:endParaRPr sz="1300">
              <a:solidFill>
                <a:srgbClr val="000E1D"/>
              </a:solidFill>
              <a:latin typeface="Inter"/>
              <a:ea typeface="Inter"/>
              <a:cs typeface="Inter"/>
              <a:sym typeface="Inter"/>
            </a:endParaRPr>
          </a:p>
        </p:txBody>
      </p:sp>
      <p:sp>
        <p:nvSpPr>
          <p:cNvPr id="553" name="Google Shape;553;p56"/>
          <p:cNvSpPr/>
          <p:nvPr/>
        </p:nvSpPr>
        <p:spPr>
          <a:xfrm>
            <a:off x="5765983" y="3840439"/>
            <a:ext cx="656603" cy="0"/>
          </a:xfrm>
          <a:custGeom>
            <a:rect b="b" l="l" r="r" t="t"/>
            <a:pathLst>
              <a:path extrusionOk="0" h="120000" w="492760">
                <a:moveTo>
                  <a:pt x="492480" y="0"/>
                </a:moveTo>
                <a:lnTo>
                  <a:pt x="0" y="0"/>
                </a:lnTo>
              </a:path>
            </a:pathLst>
          </a:custGeom>
          <a:noFill/>
          <a:ln cap="flat" cmpd="sng" w="12700">
            <a:solidFill>
              <a:srgbClr val="000E1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56"/>
          <p:cNvSpPr/>
          <p:nvPr/>
        </p:nvSpPr>
        <p:spPr>
          <a:xfrm>
            <a:off x="10572448" y="3087240"/>
            <a:ext cx="656603" cy="0"/>
          </a:xfrm>
          <a:custGeom>
            <a:rect b="b" l="l" r="r" t="t"/>
            <a:pathLst>
              <a:path extrusionOk="0" h="120000" w="492760">
                <a:moveTo>
                  <a:pt x="492480" y="0"/>
                </a:moveTo>
                <a:lnTo>
                  <a:pt x="0" y="0"/>
                </a:lnTo>
              </a:path>
            </a:pathLst>
          </a:custGeom>
          <a:noFill/>
          <a:ln cap="flat" cmpd="sng" w="12700">
            <a:solidFill>
              <a:srgbClr val="000E1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56"/>
          <p:cNvSpPr/>
          <p:nvPr/>
        </p:nvSpPr>
        <p:spPr>
          <a:xfrm>
            <a:off x="3432994" y="4098773"/>
            <a:ext cx="656603" cy="0"/>
          </a:xfrm>
          <a:custGeom>
            <a:rect b="b" l="l" r="r" t="t"/>
            <a:pathLst>
              <a:path extrusionOk="0" h="120000" w="492760">
                <a:moveTo>
                  <a:pt x="492480" y="0"/>
                </a:moveTo>
                <a:lnTo>
                  <a:pt x="0" y="0"/>
                </a:lnTo>
              </a:path>
            </a:pathLst>
          </a:custGeom>
          <a:noFill/>
          <a:ln cap="flat" cmpd="sng" w="12700">
            <a:solidFill>
              <a:srgbClr val="000E1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7"/>
          <p:cNvSpPr txBox="1"/>
          <p:nvPr>
            <p:ph type="title"/>
          </p:nvPr>
        </p:nvSpPr>
        <p:spPr>
          <a:xfrm>
            <a:off x="839775" y="386917"/>
            <a:ext cx="11268600" cy="8577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latin typeface="Chakra Petch"/>
                <a:ea typeface="Chakra Petch"/>
                <a:cs typeface="Chakra Petch"/>
                <a:sym typeface="Chakra Petch"/>
              </a:rPr>
              <a:t>Titre sur deux lignes</a:t>
            </a:r>
            <a:endParaRPr>
              <a:latin typeface="Chakra Petch"/>
              <a:ea typeface="Chakra Petch"/>
              <a:cs typeface="Chakra Petch"/>
              <a:sym typeface="Chakra Petch"/>
            </a:endParaRPr>
          </a:p>
          <a:p>
            <a:pPr indent="0" lvl="0" marL="0" rtl="0" algn="l">
              <a:spcBef>
                <a:spcPts val="0"/>
              </a:spcBef>
              <a:spcAft>
                <a:spcPts val="0"/>
              </a:spcAft>
              <a:buNone/>
            </a:pPr>
            <a:r>
              <a:rPr lang="en-US">
                <a:latin typeface="Chakra Petch"/>
                <a:ea typeface="Chakra Petch"/>
                <a:cs typeface="Chakra Petch"/>
                <a:sym typeface="Chakra Petch"/>
              </a:rPr>
              <a:t>(choix à faire en appliquant le bon modèle depuis le thème)</a:t>
            </a:r>
            <a:endParaRPr>
              <a:latin typeface="Chakra Petch"/>
              <a:ea typeface="Chakra Petch"/>
              <a:cs typeface="Chakra Petch"/>
              <a:sym typeface="Chakra Petch"/>
            </a:endParaRPr>
          </a:p>
        </p:txBody>
      </p:sp>
      <p:sp>
        <p:nvSpPr>
          <p:cNvPr id="561" name="Google Shape;561;p57"/>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Clr>
                <a:schemeClr val="dk1"/>
              </a:buClr>
              <a:buSzPts val="1500"/>
              <a:buFont typeface="Arial"/>
              <a:buNone/>
            </a:pPr>
            <a:r>
              <a:rPr b="1" lang="en-US"/>
              <a:t>NOTRE DÉMARCHE D'ACCOMPAGNEMENT</a:t>
            </a:r>
            <a:endParaRPr b="1"/>
          </a:p>
        </p:txBody>
      </p:sp>
      <p:sp>
        <p:nvSpPr>
          <p:cNvPr id="562" name="Google Shape;562;p57"/>
          <p:cNvSpPr txBox="1"/>
          <p:nvPr/>
        </p:nvSpPr>
        <p:spPr>
          <a:xfrm>
            <a:off x="362272" y="3117067"/>
            <a:ext cx="2616600" cy="2884500"/>
          </a:xfrm>
          <a:prstGeom prst="rect">
            <a:avLst/>
          </a:prstGeom>
          <a:solidFill>
            <a:srgbClr val="000E1D"/>
          </a:solidFill>
          <a:ln>
            <a:noFill/>
          </a:ln>
        </p:spPr>
        <p:txBody>
          <a:bodyPr anchorCtr="0" anchor="t" bIns="0" lIns="0" spcFirstLastPara="1" rIns="0" wrap="square" tIns="121875">
            <a:noAutofit/>
          </a:bodyPr>
          <a:lstStyle/>
          <a:p>
            <a:pPr indent="-381000" lvl="0" marL="6096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381000" lvl="0" marL="6096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381000" lvl="0" marL="6096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p:txBody>
      </p:sp>
      <p:sp>
        <p:nvSpPr>
          <p:cNvPr id="563" name="Google Shape;563;p57"/>
          <p:cNvSpPr txBox="1"/>
          <p:nvPr/>
        </p:nvSpPr>
        <p:spPr>
          <a:xfrm>
            <a:off x="3304139" y="3117067"/>
            <a:ext cx="2617200" cy="2884500"/>
          </a:xfrm>
          <a:prstGeom prst="rect">
            <a:avLst/>
          </a:prstGeom>
          <a:solidFill>
            <a:schemeClr val="accent1"/>
          </a:solidFill>
          <a:ln>
            <a:noFill/>
          </a:ln>
        </p:spPr>
        <p:txBody>
          <a:bodyPr anchorCtr="0" anchor="t" bIns="0" lIns="0" spcFirstLastPara="1" rIns="0" wrap="square" tIns="121875">
            <a:noAutofit/>
          </a:bodyPr>
          <a:lstStyle/>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p:txBody>
      </p:sp>
      <p:sp>
        <p:nvSpPr>
          <p:cNvPr id="564" name="Google Shape;564;p57"/>
          <p:cNvSpPr txBox="1"/>
          <p:nvPr/>
        </p:nvSpPr>
        <p:spPr>
          <a:xfrm>
            <a:off x="6251205" y="3117067"/>
            <a:ext cx="2614800" cy="2884500"/>
          </a:xfrm>
          <a:prstGeom prst="rect">
            <a:avLst/>
          </a:prstGeom>
          <a:solidFill>
            <a:schemeClr val="dk2"/>
          </a:solidFill>
          <a:ln>
            <a:noFill/>
          </a:ln>
        </p:spPr>
        <p:txBody>
          <a:bodyPr anchorCtr="0" anchor="t" bIns="0" lIns="0" spcFirstLastPara="1" rIns="0" wrap="square" tIns="121875">
            <a:noAutofit/>
          </a:bodyPr>
          <a:lstStyle/>
          <a:p>
            <a:pPr indent="-215900" lvl="0" marL="457200" marR="241300" rtl="0" algn="l">
              <a:spcBef>
                <a:spcPts val="400"/>
              </a:spcBef>
              <a:spcAft>
                <a:spcPts val="0"/>
              </a:spcAft>
              <a:buClr>
                <a:srgbClr val="FFFFFF"/>
              </a:buClr>
              <a:buSzPts val="1200"/>
              <a:buFont typeface="Montserrat"/>
              <a:buChar char="•"/>
            </a:pPr>
            <a:r>
              <a:rPr lang="en-US" sz="1200">
                <a:solidFill>
                  <a:srgbClr val="FFFFFF"/>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p:txBody>
      </p:sp>
      <p:sp>
        <p:nvSpPr>
          <p:cNvPr id="565" name="Google Shape;565;p57"/>
          <p:cNvSpPr txBox="1"/>
          <p:nvPr/>
        </p:nvSpPr>
        <p:spPr>
          <a:xfrm>
            <a:off x="475922" y="2674219"/>
            <a:ext cx="2454300" cy="201900"/>
          </a:xfrm>
          <a:prstGeom prst="rect">
            <a:avLst/>
          </a:prstGeom>
          <a:noFill/>
          <a:ln>
            <a:noFill/>
          </a:ln>
        </p:spPr>
        <p:txBody>
          <a:bodyPr anchorCtr="0" anchor="t" bIns="0" lIns="0" spcFirstLastPara="1" rIns="0" wrap="square" tIns="16925">
            <a:spAutoFit/>
          </a:bodyPr>
          <a:lstStyle/>
          <a:p>
            <a:pPr indent="0" lvl="0" marL="12700" marR="12700" rtl="0" algn="l">
              <a:lnSpc>
                <a:spcPct val="100000"/>
              </a:lnSpc>
              <a:spcBef>
                <a:spcPts val="0"/>
              </a:spcBef>
              <a:spcAft>
                <a:spcPts val="0"/>
              </a:spcAft>
              <a:buClr>
                <a:srgbClr val="000000"/>
              </a:buClr>
              <a:buSzPts val="1200"/>
              <a:buFont typeface="Arial"/>
              <a:buNone/>
            </a:pPr>
            <a:r>
              <a:rPr b="1" lang="en-US" sz="1200">
                <a:solidFill>
                  <a:srgbClr val="000E1D"/>
                </a:solidFill>
                <a:latin typeface="Montserrat"/>
                <a:ea typeface="Montserrat"/>
                <a:cs typeface="Montserrat"/>
                <a:sym typeface="Montserrat"/>
              </a:rPr>
              <a:t>Texte</a:t>
            </a:r>
            <a:endParaRPr sz="1200">
              <a:latin typeface="Montserrat"/>
              <a:ea typeface="Montserrat"/>
              <a:cs typeface="Montserrat"/>
              <a:sym typeface="Montserrat"/>
            </a:endParaRPr>
          </a:p>
        </p:txBody>
      </p:sp>
      <p:sp>
        <p:nvSpPr>
          <p:cNvPr id="566" name="Google Shape;566;p57"/>
          <p:cNvSpPr txBox="1"/>
          <p:nvPr/>
        </p:nvSpPr>
        <p:spPr>
          <a:xfrm>
            <a:off x="3415596" y="2674219"/>
            <a:ext cx="2568000" cy="201900"/>
          </a:xfrm>
          <a:prstGeom prst="rect">
            <a:avLst/>
          </a:prstGeom>
          <a:noFill/>
          <a:ln>
            <a:noFill/>
          </a:ln>
        </p:spPr>
        <p:txBody>
          <a:bodyPr anchorCtr="0" anchor="t" bIns="0" lIns="0" spcFirstLastPara="1" rIns="0" wrap="square" tIns="16925">
            <a:spAutoFit/>
          </a:bodyPr>
          <a:lstStyle/>
          <a:p>
            <a:pPr indent="0" lvl="0" marL="0" marR="12700" rtl="0" algn="l">
              <a:lnSpc>
                <a:spcPct val="100000"/>
              </a:lnSpc>
              <a:spcBef>
                <a:spcPts val="0"/>
              </a:spcBef>
              <a:spcAft>
                <a:spcPts val="0"/>
              </a:spcAft>
              <a:buClr>
                <a:srgbClr val="000000"/>
              </a:buClr>
              <a:buSzPts val="1500"/>
              <a:buFont typeface="Arial"/>
              <a:buNone/>
            </a:pPr>
            <a:r>
              <a:rPr b="1" lang="en-US" sz="1200">
                <a:solidFill>
                  <a:schemeClr val="accent2"/>
                </a:solidFill>
                <a:latin typeface="Montserrat"/>
                <a:ea typeface="Montserrat"/>
                <a:cs typeface="Montserrat"/>
                <a:sym typeface="Montserrat"/>
              </a:rPr>
              <a:t>Texte</a:t>
            </a:r>
            <a:endParaRPr b="1" sz="1200">
              <a:solidFill>
                <a:schemeClr val="accent2"/>
              </a:solidFill>
              <a:latin typeface="Montserrat"/>
              <a:ea typeface="Montserrat"/>
              <a:cs typeface="Montserrat"/>
              <a:sym typeface="Montserrat"/>
            </a:endParaRPr>
          </a:p>
        </p:txBody>
      </p:sp>
      <p:sp>
        <p:nvSpPr>
          <p:cNvPr id="567" name="Google Shape;567;p57"/>
          <p:cNvSpPr txBox="1"/>
          <p:nvPr/>
        </p:nvSpPr>
        <p:spPr>
          <a:xfrm>
            <a:off x="6360464" y="2674219"/>
            <a:ext cx="2568000" cy="201900"/>
          </a:xfrm>
          <a:prstGeom prst="rect">
            <a:avLst/>
          </a:prstGeom>
          <a:noFill/>
          <a:ln>
            <a:noFill/>
          </a:ln>
        </p:spPr>
        <p:txBody>
          <a:bodyPr anchorCtr="0" anchor="t" bIns="0" lIns="0" spcFirstLastPara="1" rIns="0" wrap="square" tIns="16925">
            <a:spAutoFit/>
          </a:bodyPr>
          <a:lstStyle/>
          <a:p>
            <a:pPr indent="0" lvl="0" marL="12700" marR="12700" rtl="0" algn="l">
              <a:lnSpc>
                <a:spcPct val="100000"/>
              </a:lnSpc>
              <a:spcBef>
                <a:spcPts val="0"/>
              </a:spcBef>
              <a:spcAft>
                <a:spcPts val="0"/>
              </a:spcAft>
              <a:buClr>
                <a:srgbClr val="000000"/>
              </a:buClr>
              <a:buSzPts val="1200"/>
              <a:buFont typeface="Arial"/>
              <a:buNone/>
            </a:pPr>
            <a:r>
              <a:rPr b="1" lang="en-US" sz="1200">
                <a:solidFill>
                  <a:schemeClr val="dk2"/>
                </a:solidFill>
                <a:latin typeface="Montserrat"/>
                <a:ea typeface="Montserrat"/>
                <a:cs typeface="Montserrat"/>
                <a:sym typeface="Montserrat"/>
              </a:rPr>
              <a:t>Texte</a:t>
            </a:r>
            <a:endParaRPr sz="1200">
              <a:solidFill>
                <a:schemeClr val="dk2"/>
              </a:solidFill>
              <a:latin typeface="Montserrat"/>
              <a:ea typeface="Montserrat"/>
              <a:cs typeface="Montserrat"/>
              <a:sym typeface="Montserrat"/>
            </a:endParaRPr>
          </a:p>
        </p:txBody>
      </p:sp>
      <p:sp>
        <p:nvSpPr>
          <p:cNvPr id="568" name="Google Shape;568;p57"/>
          <p:cNvSpPr/>
          <p:nvPr/>
        </p:nvSpPr>
        <p:spPr>
          <a:xfrm>
            <a:off x="491058" y="2480205"/>
            <a:ext cx="145840" cy="163305"/>
          </a:xfrm>
          <a:custGeom>
            <a:rect b="b" l="l" r="r" t="t"/>
            <a:pathLst>
              <a:path extrusionOk="0" h="122555" w="122555">
                <a:moveTo>
                  <a:pt x="61099" y="0"/>
                </a:moveTo>
                <a:lnTo>
                  <a:pt x="0" y="61099"/>
                </a:lnTo>
                <a:lnTo>
                  <a:pt x="61099" y="122199"/>
                </a:lnTo>
                <a:lnTo>
                  <a:pt x="122199" y="61099"/>
                </a:lnTo>
                <a:lnTo>
                  <a:pt x="61099"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9" name="Google Shape;569;p57"/>
          <p:cNvSpPr/>
          <p:nvPr/>
        </p:nvSpPr>
        <p:spPr>
          <a:xfrm>
            <a:off x="3499446" y="2480205"/>
            <a:ext cx="145839" cy="163305"/>
          </a:xfrm>
          <a:custGeom>
            <a:rect b="b" l="l" r="r" t="t"/>
            <a:pathLst>
              <a:path extrusionOk="0" h="122555" w="122554">
                <a:moveTo>
                  <a:pt x="61099" y="0"/>
                </a:moveTo>
                <a:lnTo>
                  <a:pt x="0" y="61099"/>
                </a:lnTo>
                <a:lnTo>
                  <a:pt x="61099" y="122199"/>
                </a:lnTo>
                <a:lnTo>
                  <a:pt x="122199" y="61099"/>
                </a:lnTo>
                <a:lnTo>
                  <a:pt x="61099" y="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0" name="Google Shape;570;p57"/>
          <p:cNvSpPr/>
          <p:nvPr/>
        </p:nvSpPr>
        <p:spPr>
          <a:xfrm>
            <a:off x="6358427" y="2480205"/>
            <a:ext cx="145839" cy="163305"/>
          </a:xfrm>
          <a:custGeom>
            <a:rect b="b" l="l" r="r" t="t"/>
            <a:pathLst>
              <a:path extrusionOk="0" h="122555" w="122554">
                <a:moveTo>
                  <a:pt x="61099" y="0"/>
                </a:moveTo>
                <a:lnTo>
                  <a:pt x="0" y="61099"/>
                </a:lnTo>
                <a:lnTo>
                  <a:pt x="61099" y="122199"/>
                </a:lnTo>
                <a:lnTo>
                  <a:pt x="122199" y="61099"/>
                </a:lnTo>
                <a:lnTo>
                  <a:pt x="61099"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1" name="Google Shape;571;p57"/>
          <p:cNvSpPr txBox="1"/>
          <p:nvPr/>
        </p:nvSpPr>
        <p:spPr>
          <a:xfrm>
            <a:off x="9200270" y="3117067"/>
            <a:ext cx="2614800" cy="2884500"/>
          </a:xfrm>
          <a:prstGeom prst="rect">
            <a:avLst/>
          </a:prstGeom>
          <a:solidFill>
            <a:schemeClr val="accent3"/>
          </a:solidFill>
          <a:ln>
            <a:noFill/>
          </a:ln>
        </p:spPr>
        <p:txBody>
          <a:bodyPr anchorCtr="0" anchor="t" bIns="0" lIns="0" spcFirstLastPara="1" rIns="0" wrap="square" tIns="121875">
            <a:noAutofit/>
          </a:bodyPr>
          <a:lstStyle/>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a:p>
            <a:pPr indent="-215900" lvl="0" marL="457200" marR="241300" rtl="0" algn="l">
              <a:spcBef>
                <a:spcPts val="400"/>
              </a:spcBef>
              <a:spcAft>
                <a:spcPts val="0"/>
              </a:spcAft>
              <a:buClr>
                <a:srgbClr val="FFFFFF"/>
              </a:buClr>
              <a:buSzPts val="1200"/>
              <a:buFont typeface="Montserrat"/>
              <a:buChar char="•"/>
            </a:pPr>
            <a:r>
              <a:rPr lang="en-US" sz="1200">
                <a:solidFill>
                  <a:schemeClr val="lt1"/>
                </a:solidFill>
                <a:latin typeface="Montserrat"/>
                <a:ea typeface="Montserrat"/>
                <a:cs typeface="Montserrat"/>
                <a:sym typeface="Montserrat"/>
              </a:rPr>
              <a:t>Texte</a:t>
            </a:r>
            <a:endParaRPr sz="1200">
              <a:solidFill>
                <a:srgbClr val="FFFFFF"/>
              </a:solidFill>
              <a:latin typeface="Montserrat"/>
              <a:ea typeface="Montserrat"/>
              <a:cs typeface="Montserrat"/>
              <a:sym typeface="Montserrat"/>
            </a:endParaRPr>
          </a:p>
        </p:txBody>
      </p:sp>
      <p:sp>
        <p:nvSpPr>
          <p:cNvPr id="572" name="Google Shape;572;p57"/>
          <p:cNvSpPr txBox="1"/>
          <p:nvPr/>
        </p:nvSpPr>
        <p:spPr>
          <a:xfrm>
            <a:off x="9309529" y="2674219"/>
            <a:ext cx="2568000" cy="201900"/>
          </a:xfrm>
          <a:prstGeom prst="rect">
            <a:avLst/>
          </a:prstGeom>
          <a:noFill/>
          <a:ln>
            <a:noFill/>
          </a:ln>
        </p:spPr>
        <p:txBody>
          <a:bodyPr anchorCtr="0" anchor="t" bIns="0" lIns="0" spcFirstLastPara="1" rIns="0" wrap="square" tIns="16925">
            <a:spAutoFit/>
          </a:bodyPr>
          <a:lstStyle/>
          <a:p>
            <a:pPr indent="0" lvl="0" marL="12700" marR="12700" rtl="0" algn="l">
              <a:lnSpc>
                <a:spcPct val="100000"/>
              </a:lnSpc>
              <a:spcBef>
                <a:spcPts val="0"/>
              </a:spcBef>
              <a:spcAft>
                <a:spcPts val="0"/>
              </a:spcAft>
              <a:buClr>
                <a:srgbClr val="000000"/>
              </a:buClr>
              <a:buSzPts val="1200"/>
              <a:buFont typeface="Arial"/>
              <a:buNone/>
            </a:pPr>
            <a:r>
              <a:rPr b="1" lang="en-US" sz="1200">
                <a:solidFill>
                  <a:schemeClr val="accent3"/>
                </a:solidFill>
                <a:latin typeface="Montserrat"/>
                <a:ea typeface="Montserrat"/>
                <a:cs typeface="Montserrat"/>
                <a:sym typeface="Montserrat"/>
              </a:rPr>
              <a:t>Texte</a:t>
            </a:r>
            <a:endParaRPr sz="1200">
              <a:solidFill>
                <a:schemeClr val="accent3"/>
              </a:solidFill>
              <a:latin typeface="Montserrat"/>
              <a:ea typeface="Montserrat"/>
              <a:cs typeface="Montserrat"/>
              <a:sym typeface="Montserrat"/>
            </a:endParaRPr>
          </a:p>
        </p:txBody>
      </p:sp>
      <p:sp>
        <p:nvSpPr>
          <p:cNvPr id="573" name="Google Shape;573;p57"/>
          <p:cNvSpPr/>
          <p:nvPr/>
        </p:nvSpPr>
        <p:spPr>
          <a:xfrm>
            <a:off x="9307492" y="2480205"/>
            <a:ext cx="145839" cy="163305"/>
          </a:xfrm>
          <a:custGeom>
            <a:rect b="b" l="l" r="r" t="t"/>
            <a:pathLst>
              <a:path extrusionOk="0" h="122555" w="122554">
                <a:moveTo>
                  <a:pt x="61099" y="0"/>
                </a:moveTo>
                <a:lnTo>
                  <a:pt x="0" y="61099"/>
                </a:lnTo>
                <a:lnTo>
                  <a:pt x="61099" y="122199"/>
                </a:lnTo>
                <a:lnTo>
                  <a:pt x="122199" y="61099"/>
                </a:lnTo>
                <a:lnTo>
                  <a:pt x="61099"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574" name="Google Shape;574;p57"/>
          <p:cNvGrpSpPr/>
          <p:nvPr/>
        </p:nvGrpSpPr>
        <p:grpSpPr>
          <a:xfrm>
            <a:off x="360876" y="6215082"/>
            <a:ext cx="11434741" cy="451589"/>
            <a:chOff x="269675" y="4533575"/>
            <a:chExt cx="8578200" cy="338700"/>
          </a:xfrm>
        </p:grpSpPr>
        <p:cxnSp>
          <p:nvCxnSpPr>
            <p:cNvPr id="575" name="Google Shape;575;p57"/>
            <p:cNvCxnSpPr/>
            <p:nvPr/>
          </p:nvCxnSpPr>
          <p:spPr>
            <a:xfrm>
              <a:off x="269675" y="4700075"/>
              <a:ext cx="8578200" cy="5700"/>
            </a:xfrm>
            <a:prstGeom prst="straightConnector1">
              <a:avLst/>
            </a:prstGeom>
            <a:noFill/>
            <a:ln cap="flat" cmpd="sng" w="12700">
              <a:solidFill>
                <a:schemeClr val="dk2"/>
              </a:solidFill>
              <a:prstDash val="solid"/>
              <a:round/>
              <a:headEnd len="med" w="med" type="none"/>
              <a:tailEnd len="med" w="med" type="none"/>
            </a:ln>
            <a:effectLst>
              <a:outerShdw blurRad="76187" rotWithShape="0" algn="bl" dir="5400000" dist="25396">
                <a:srgbClr val="000000">
                  <a:alpha val="50000"/>
                </a:srgbClr>
              </a:outerShdw>
            </a:effectLst>
          </p:spPr>
        </p:cxnSp>
        <p:sp>
          <p:nvSpPr>
            <p:cNvPr id="576" name="Google Shape;576;p57"/>
            <p:cNvSpPr/>
            <p:nvPr/>
          </p:nvSpPr>
          <p:spPr>
            <a:xfrm>
              <a:off x="1067125" y="4533575"/>
              <a:ext cx="418800" cy="338700"/>
            </a:xfrm>
            <a:prstGeom prst="hexagon">
              <a:avLst>
                <a:gd fmla="val 28852" name="adj"/>
                <a:gd fmla="val 115470" name="vf"/>
              </a:avLst>
            </a:prstGeom>
            <a:solidFill>
              <a:schemeClr val="lt2"/>
            </a:solidFill>
            <a:ln cap="flat" cmpd="sng" w="12700">
              <a:solidFill>
                <a:schemeClr val="dk2"/>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latin typeface="Montserrat"/>
                  <a:ea typeface="Montserrat"/>
                  <a:cs typeface="Montserrat"/>
                  <a:sym typeface="Montserrat"/>
                </a:rPr>
                <a:t>1</a:t>
              </a:r>
              <a:endParaRPr sz="1900">
                <a:latin typeface="Montserrat"/>
                <a:ea typeface="Montserrat"/>
                <a:cs typeface="Montserrat"/>
                <a:sym typeface="Montserrat"/>
              </a:endParaRPr>
            </a:p>
          </p:txBody>
        </p:sp>
        <p:sp>
          <p:nvSpPr>
            <p:cNvPr id="577" name="Google Shape;577;p57"/>
            <p:cNvSpPr/>
            <p:nvPr/>
          </p:nvSpPr>
          <p:spPr>
            <a:xfrm>
              <a:off x="3250050" y="4533575"/>
              <a:ext cx="418800" cy="338700"/>
            </a:xfrm>
            <a:prstGeom prst="hexagon">
              <a:avLst>
                <a:gd fmla="val 28852" name="adj"/>
                <a:gd fmla="val 115470" name="vf"/>
              </a:avLst>
            </a:prstGeom>
            <a:solidFill>
              <a:schemeClr val="lt2"/>
            </a:solidFill>
            <a:ln cap="flat" cmpd="sng" w="12700">
              <a:solidFill>
                <a:schemeClr val="dk2"/>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latin typeface="Montserrat"/>
                  <a:ea typeface="Montserrat"/>
                  <a:cs typeface="Montserrat"/>
                  <a:sym typeface="Montserrat"/>
                </a:rPr>
                <a:t>2</a:t>
              </a:r>
              <a:endParaRPr sz="1900">
                <a:latin typeface="Montserrat"/>
                <a:ea typeface="Montserrat"/>
                <a:cs typeface="Montserrat"/>
                <a:sym typeface="Montserrat"/>
              </a:endParaRPr>
            </a:p>
          </p:txBody>
        </p:sp>
        <p:sp>
          <p:nvSpPr>
            <p:cNvPr id="578" name="Google Shape;578;p57"/>
            <p:cNvSpPr/>
            <p:nvPr/>
          </p:nvSpPr>
          <p:spPr>
            <a:xfrm>
              <a:off x="5460025" y="4533575"/>
              <a:ext cx="418800" cy="338700"/>
            </a:xfrm>
            <a:prstGeom prst="hexagon">
              <a:avLst>
                <a:gd fmla="val 28852" name="adj"/>
                <a:gd fmla="val 115470" name="vf"/>
              </a:avLst>
            </a:prstGeom>
            <a:solidFill>
              <a:schemeClr val="lt2"/>
            </a:solidFill>
            <a:ln cap="flat" cmpd="sng" w="12700">
              <a:solidFill>
                <a:schemeClr val="dk2"/>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latin typeface="Montserrat"/>
                  <a:ea typeface="Montserrat"/>
                  <a:cs typeface="Montserrat"/>
                  <a:sym typeface="Montserrat"/>
                </a:rPr>
                <a:t>3</a:t>
              </a:r>
              <a:endParaRPr sz="1900">
                <a:latin typeface="Montserrat"/>
                <a:ea typeface="Montserrat"/>
                <a:cs typeface="Montserrat"/>
                <a:sym typeface="Montserrat"/>
              </a:endParaRPr>
            </a:p>
          </p:txBody>
        </p:sp>
        <p:sp>
          <p:nvSpPr>
            <p:cNvPr id="579" name="Google Shape;579;p57"/>
            <p:cNvSpPr/>
            <p:nvPr/>
          </p:nvSpPr>
          <p:spPr>
            <a:xfrm>
              <a:off x="7736825" y="4533575"/>
              <a:ext cx="418800" cy="338700"/>
            </a:xfrm>
            <a:prstGeom prst="hexagon">
              <a:avLst>
                <a:gd fmla="val 28852" name="adj"/>
                <a:gd fmla="val 115470" name="vf"/>
              </a:avLst>
            </a:prstGeom>
            <a:solidFill>
              <a:schemeClr val="lt2"/>
            </a:solidFill>
            <a:ln cap="flat" cmpd="sng" w="12700">
              <a:solidFill>
                <a:schemeClr val="dk2"/>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latin typeface="Montserrat"/>
                  <a:ea typeface="Montserrat"/>
                  <a:cs typeface="Montserrat"/>
                  <a:sym typeface="Montserrat"/>
                </a:rPr>
                <a:t>4</a:t>
              </a:r>
              <a:endParaRPr sz="1900">
                <a:latin typeface="Montserrat"/>
                <a:ea typeface="Montserrat"/>
                <a:cs typeface="Montserrat"/>
                <a:sym typeface="Montserrat"/>
              </a:endParaRPr>
            </a:p>
          </p:txBody>
        </p:sp>
      </p:grpSp>
      <p:sp>
        <p:nvSpPr>
          <p:cNvPr id="580" name="Google Shape;580;p57"/>
          <p:cNvSpPr/>
          <p:nvPr/>
        </p:nvSpPr>
        <p:spPr>
          <a:xfrm>
            <a:off x="360873" y="1460800"/>
            <a:ext cx="11466900" cy="857700"/>
          </a:xfrm>
          <a:prstGeom prst="rect">
            <a:avLst/>
          </a:prstGeom>
          <a:solidFill>
            <a:schemeClr val="l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US">
                <a:solidFill>
                  <a:schemeClr val="dk1"/>
                </a:solidFill>
                <a:latin typeface="Chakra Petch"/>
                <a:ea typeface="Chakra Petch"/>
                <a:cs typeface="Chakra Petch"/>
                <a:sym typeface="Chakra Petch"/>
              </a:rPr>
              <a:t>L’objectif de notre mission est …</a:t>
            </a:r>
            <a:endParaRPr>
              <a:solidFill>
                <a:schemeClr val="dk1"/>
              </a:solidFill>
              <a:latin typeface="Chakra Petch"/>
              <a:ea typeface="Chakra Petch"/>
              <a:cs typeface="Chakra Petch"/>
              <a:sym typeface="Chakra Petch"/>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8"/>
          <p:cNvSpPr/>
          <p:nvPr/>
        </p:nvSpPr>
        <p:spPr>
          <a:xfrm>
            <a:off x="661327" y="768450"/>
            <a:ext cx="10509000" cy="402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F1F1F"/>
              </a:buClr>
              <a:buSzPts val="3000"/>
              <a:buFont typeface="Chakra Petch"/>
              <a:buNone/>
            </a:pPr>
            <a:r>
              <a:t/>
            </a:r>
            <a:endParaRPr b="0" i="0" sz="3000" u="none" cap="none" strike="noStrike"/>
          </a:p>
        </p:txBody>
      </p:sp>
      <p:pic>
        <p:nvPicPr>
          <p:cNvPr descr="preencoded.png" id="587" name="Google Shape;587;p58"/>
          <p:cNvPicPr preferRelativeResize="0"/>
          <p:nvPr/>
        </p:nvPicPr>
        <p:blipFill rotWithShape="1">
          <a:blip r:embed="rId3">
            <a:alphaModFix/>
          </a:blip>
          <a:srcRect b="0" l="0" r="0" t="0"/>
          <a:stretch/>
        </p:blipFill>
        <p:spPr>
          <a:xfrm>
            <a:off x="661319" y="1637804"/>
            <a:ext cx="4198936" cy="4198936"/>
          </a:xfrm>
          <a:prstGeom prst="rect">
            <a:avLst/>
          </a:prstGeom>
          <a:noFill/>
          <a:ln>
            <a:noFill/>
          </a:ln>
        </p:spPr>
      </p:pic>
      <p:sp>
        <p:nvSpPr>
          <p:cNvPr id="588" name="Google Shape;588;p58"/>
          <p:cNvSpPr/>
          <p:nvPr/>
        </p:nvSpPr>
        <p:spPr>
          <a:xfrm>
            <a:off x="6285160" y="1618953"/>
            <a:ext cx="2267700" cy="2835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1F1F1F"/>
              </a:buClr>
              <a:buSzPts val="1700"/>
              <a:buFont typeface="Chakra Petch"/>
              <a:buNone/>
            </a:pPr>
            <a:r>
              <a:rPr b="1" i="0" lang="en-US" sz="1700" u="none" cap="none" strike="noStrike">
                <a:solidFill>
                  <a:srgbClr val="1F1F1F"/>
                </a:solidFill>
                <a:latin typeface="Chakra Petch"/>
                <a:ea typeface="Chakra Petch"/>
                <a:cs typeface="Chakra Petch"/>
                <a:sym typeface="Chakra Petch"/>
              </a:rPr>
              <a:t>Cadre de Pilotage</a:t>
            </a:r>
            <a:endParaRPr b="0" i="0" sz="1700" u="none" cap="none" strike="noStrike"/>
          </a:p>
        </p:txBody>
      </p:sp>
      <p:sp>
        <p:nvSpPr>
          <p:cNvPr id="589" name="Google Shape;589;p58"/>
          <p:cNvSpPr/>
          <p:nvPr/>
        </p:nvSpPr>
        <p:spPr>
          <a:xfrm>
            <a:off x="6285160" y="2053630"/>
            <a:ext cx="5248500" cy="4839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A3A3B"/>
              </a:buClr>
              <a:buSzPts val="1200"/>
              <a:buFont typeface="Inter"/>
              <a:buNone/>
            </a:pPr>
            <a:r>
              <a:rPr b="0" i="0" lang="en-US" sz="1200" u="none" cap="none" strike="noStrike">
                <a:solidFill>
                  <a:srgbClr val="3A3A3B"/>
                </a:solidFill>
                <a:latin typeface="Inter"/>
                <a:ea typeface="Inter"/>
                <a:cs typeface="Inter"/>
                <a:sym typeface="Inter"/>
              </a:rPr>
              <a:t>Pour garantir l'alignement continu et la transparence, nous mettons en place une gouvernance structurée adaptée à votre organisation.</a:t>
            </a:r>
            <a:endParaRPr b="0" i="0" sz="1200" u="none" cap="none" strike="noStrike"/>
          </a:p>
        </p:txBody>
      </p:sp>
      <p:sp>
        <p:nvSpPr>
          <p:cNvPr id="590" name="Google Shape;590;p58"/>
          <p:cNvSpPr/>
          <p:nvPr/>
        </p:nvSpPr>
        <p:spPr>
          <a:xfrm>
            <a:off x="6285160" y="2707482"/>
            <a:ext cx="5248500" cy="969900"/>
          </a:xfrm>
          <a:prstGeom prst="roundRect">
            <a:avLst>
              <a:gd fmla="val 6549" name="adj"/>
            </a:avLst>
          </a:prstGeom>
          <a:solidFill>
            <a:srgbClr val="FFFFFF"/>
          </a:solidFill>
          <a:ln cap="flat" cmpd="sng" w="19050">
            <a:solidFill>
              <a:schemeClr val="accent2"/>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591" name="Google Shape;591;p58"/>
          <p:cNvSpPr/>
          <p:nvPr/>
        </p:nvSpPr>
        <p:spPr>
          <a:xfrm>
            <a:off x="6455375" y="2877741"/>
            <a:ext cx="1889700" cy="2364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A3B"/>
              </a:buClr>
              <a:buSzPts val="1500"/>
              <a:buFont typeface="Chakra Petch"/>
              <a:buNone/>
            </a:pPr>
            <a:r>
              <a:rPr b="1" i="0" lang="en-US" sz="1500" u="none" cap="none" strike="noStrike">
                <a:solidFill>
                  <a:srgbClr val="3A3A3B"/>
                </a:solidFill>
                <a:latin typeface="Chakra Petch"/>
                <a:ea typeface="Chakra Petch"/>
                <a:cs typeface="Chakra Petch"/>
                <a:sym typeface="Chakra Petch"/>
              </a:rPr>
              <a:t>COPIL Stratégique</a:t>
            </a:r>
            <a:endParaRPr b="0" i="0" sz="1500" u="none" cap="none" strike="noStrike"/>
          </a:p>
        </p:txBody>
      </p:sp>
      <p:sp>
        <p:nvSpPr>
          <p:cNvPr id="592" name="Google Shape;592;p58"/>
          <p:cNvSpPr/>
          <p:nvPr/>
        </p:nvSpPr>
        <p:spPr>
          <a:xfrm>
            <a:off x="6455375" y="3265190"/>
            <a:ext cx="4908300" cy="242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A3A3B"/>
              </a:buClr>
              <a:buSzPts val="1200"/>
              <a:buFont typeface="Inter"/>
              <a:buNone/>
            </a:pPr>
            <a:r>
              <a:rPr b="0" i="0" lang="en-US" sz="1200" u="none" cap="none" strike="noStrike">
                <a:solidFill>
                  <a:srgbClr val="3A3A3B"/>
                </a:solidFill>
                <a:latin typeface="Inter"/>
                <a:ea typeface="Inter"/>
                <a:cs typeface="Inter"/>
                <a:sym typeface="Inter"/>
              </a:rPr>
              <a:t>Validation des orientations majeures et arbitrages (mensuel)</a:t>
            </a:r>
            <a:endParaRPr b="0" i="0" sz="1200" u="none" cap="none" strike="noStrike"/>
          </a:p>
        </p:txBody>
      </p:sp>
      <p:sp>
        <p:nvSpPr>
          <p:cNvPr id="593" name="Google Shape;593;p58"/>
          <p:cNvSpPr/>
          <p:nvPr/>
        </p:nvSpPr>
        <p:spPr>
          <a:xfrm>
            <a:off x="6285160" y="3828554"/>
            <a:ext cx="5248500" cy="969900"/>
          </a:xfrm>
          <a:prstGeom prst="roundRect">
            <a:avLst>
              <a:gd fmla="val 6549" name="adj"/>
            </a:avLst>
          </a:prstGeom>
          <a:solidFill>
            <a:srgbClr val="FFFFFF"/>
          </a:solidFill>
          <a:ln cap="flat" cmpd="sng" w="19050">
            <a:solidFill>
              <a:schemeClr val="accent2"/>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594" name="Google Shape;594;p58"/>
          <p:cNvSpPr/>
          <p:nvPr/>
        </p:nvSpPr>
        <p:spPr>
          <a:xfrm>
            <a:off x="6455375" y="3998813"/>
            <a:ext cx="1889700" cy="2364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A3B"/>
              </a:buClr>
              <a:buSzPts val="1500"/>
              <a:buFont typeface="Chakra Petch"/>
              <a:buNone/>
            </a:pPr>
            <a:r>
              <a:rPr b="1" i="0" lang="en-US" sz="1500" u="none" cap="none" strike="noStrike">
                <a:solidFill>
                  <a:srgbClr val="3A3A3B"/>
                </a:solidFill>
                <a:latin typeface="Chakra Petch"/>
                <a:ea typeface="Chakra Petch"/>
                <a:cs typeface="Chakra Petch"/>
                <a:sym typeface="Chakra Petch"/>
              </a:rPr>
              <a:t>Comités de Suivi</a:t>
            </a:r>
            <a:endParaRPr b="0" i="0" sz="1500" u="none" cap="none" strike="noStrike"/>
          </a:p>
        </p:txBody>
      </p:sp>
      <p:sp>
        <p:nvSpPr>
          <p:cNvPr id="595" name="Google Shape;595;p58"/>
          <p:cNvSpPr/>
          <p:nvPr/>
        </p:nvSpPr>
        <p:spPr>
          <a:xfrm>
            <a:off x="6455375" y="4386263"/>
            <a:ext cx="4908300" cy="242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A3A3B"/>
              </a:buClr>
              <a:buSzPts val="1200"/>
              <a:buFont typeface="Inter"/>
              <a:buNone/>
            </a:pPr>
            <a:r>
              <a:rPr b="0" i="0" lang="en-US" sz="1200" u="none" cap="none" strike="noStrike">
                <a:solidFill>
                  <a:srgbClr val="3A3A3B"/>
                </a:solidFill>
                <a:latin typeface="Inter"/>
                <a:ea typeface="Inter"/>
                <a:cs typeface="Inter"/>
                <a:sym typeface="Inter"/>
              </a:rPr>
              <a:t>Avancement opérationnel et levée des obstacles (hebdomadaire)</a:t>
            </a:r>
            <a:endParaRPr b="0" i="0" sz="1200" u="none" cap="none" strike="noStrike"/>
          </a:p>
        </p:txBody>
      </p:sp>
      <p:sp>
        <p:nvSpPr>
          <p:cNvPr id="596" name="Google Shape;596;p58"/>
          <p:cNvSpPr/>
          <p:nvPr/>
        </p:nvSpPr>
        <p:spPr>
          <a:xfrm>
            <a:off x="6285160" y="4949627"/>
            <a:ext cx="5248500" cy="969900"/>
          </a:xfrm>
          <a:prstGeom prst="roundRect">
            <a:avLst>
              <a:gd fmla="val 6549" name="adj"/>
            </a:avLst>
          </a:prstGeom>
          <a:solidFill>
            <a:srgbClr val="FFFFFF"/>
          </a:solidFill>
          <a:ln cap="flat" cmpd="sng" w="19050">
            <a:solidFill>
              <a:schemeClr val="accent2"/>
            </a:solidFill>
            <a:prstDash val="solid"/>
            <a:round/>
            <a:headEnd len="sm" w="sm" type="none"/>
            <a:tailEnd len="sm" w="sm" type="none"/>
          </a:ln>
        </p:spPr>
        <p:txBody>
          <a:bodyPr anchorCtr="0" anchor="ctr" bIns="76175" lIns="76175" spcFirstLastPara="1" rIns="76175" wrap="square" tIns="76175">
            <a:noAutofit/>
          </a:bodyPr>
          <a:lstStyle/>
          <a:p>
            <a:pPr indent="0" lvl="0" marL="0" rtl="0" algn="l">
              <a:spcBef>
                <a:spcPts val="0"/>
              </a:spcBef>
              <a:spcAft>
                <a:spcPts val="0"/>
              </a:spcAft>
              <a:buNone/>
            </a:pPr>
            <a:r>
              <a:t/>
            </a:r>
            <a:endParaRPr/>
          </a:p>
        </p:txBody>
      </p:sp>
      <p:sp>
        <p:nvSpPr>
          <p:cNvPr id="597" name="Google Shape;597;p58"/>
          <p:cNvSpPr/>
          <p:nvPr/>
        </p:nvSpPr>
        <p:spPr>
          <a:xfrm>
            <a:off x="6455375" y="5119886"/>
            <a:ext cx="1889700" cy="2364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A3B"/>
              </a:buClr>
              <a:buSzPts val="1500"/>
              <a:buFont typeface="Chakra Petch"/>
              <a:buNone/>
            </a:pPr>
            <a:r>
              <a:rPr b="1" i="0" lang="en-US" sz="1500" u="none" cap="none" strike="noStrike">
                <a:solidFill>
                  <a:srgbClr val="3A3A3B"/>
                </a:solidFill>
                <a:latin typeface="Chakra Petch"/>
                <a:ea typeface="Chakra Petch"/>
                <a:cs typeface="Chakra Petch"/>
                <a:sym typeface="Chakra Petch"/>
              </a:rPr>
              <a:t>Points d'Équipe</a:t>
            </a:r>
            <a:endParaRPr b="0" i="0" sz="1500" u="none" cap="none" strike="noStrike"/>
          </a:p>
        </p:txBody>
      </p:sp>
      <p:sp>
        <p:nvSpPr>
          <p:cNvPr id="598" name="Google Shape;598;p58"/>
          <p:cNvSpPr/>
          <p:nvPr/>
        </p:nvSpPr>
        <p:spPr>
          <a:xfrm>
            <a:off x="6455375" y="5507335"/>
            <a:ext cx="4908300" cy="2421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A3A3B"/>
              </a:buClr>
              <a:buSzPts val="1200"/>
              <a:buFont typeface="Inter"/>
              <a:buNone/>
            </a:pPr>
            <a:r>
              <a:rPr b="0" i="0" lang="en-US" sz="1200" u="none" cap="none" strike="noStrike">
                <a:solidFill>
                  <a:srgbClr val="3A3A3B"/>
                </a:solidFill>
                <a:latin typeface="Inter"/>
                <a:ea typeface="Inter"/>
                <a:cs typeface="Inter"/>
                <a:sym typeface="Inter"/>
              </a:rPr>
              <a:t>Synchronisation quotidienne et ajustements tactiques</a:t>
            </a:r>
            <a:endParaRPr b="0" i="0" sz="1200" u="none" cap="none" strike="noStrike"/>
          </a:p>
        </p:txBody>
      </p:sp>
      <p:sp>
        <p:nvSpPr>
          <p:cNvPr id="599" name="Google Shape;599;p58"/>
          <p:cNvSpPr txBox="1"/>
          <p:nvPr>
            <p:ph type="title"/>
          </p:nvPr>
        </p:nvSpPr>
        <p:spPr>
          <a:xfrm>
            <a:off x="839781" y="165100"/>
            <a:ext cx="11268600" cy="673200"/>
          </a:xfrm>
          <a:prstGeom prst="rect">
            <a:avLst/>
          </a:prstGeom>
        </p:spPr>
        <p:txBody>
          <a:bodyPr anchorCtr="0" anchor="b" bIns="18000" lIns="18000" spcFirstLastPara="1" rIns="18000" wrap="square" tIns="18000">
            <a:noAutofit/>
          </a:bodyPr>
          <a:lstStyle/>
          <a:p>
            <a:pPr indent="0" lvl="0" marL="0" rtl="0" algn="l">
              <a:lnSpc>
                <a:spcPct val="125352"/>
              </a:lnSpc>
              <a:spcBef>
                <a:spcPts val="0"/>
              </a:spcBef>
              <a:spcAft>
                <a:spcPts val="0"/>
              </a:spcAft>
              <a:buNone/>
            </a:pPr>
            <a:r>
              <a:rPr lang="en-US" sz="3000">
                <a:solidFill>
                  <a:srgbClr val="1F1F1F"/>
                </a:solidFill>
              </a:rPr>
              <a:t>Gouvernance et Points de Synchronisation</a:t>
            </a:r>
            <a:endParaRPr sz="3000">
              <a:solidFill>
                <a:srgbClr val="1F1F1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9"/>
          <p:cNvSpPr txBox="1"/>
          <p:nvPr>
            <p:ph type="title"/>
          </p:nvPr>
        </p:nvSpPr>
        <p:spPr>
          <a:xfrm>
            <a:off x="1574661" y="1353633"/>
            <a:ext cx="7455300" cy="569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solidFill>
                  <a:schemeClr val="accent1"/>
                </a:solidFill>
              </a:rPr>
              <a:t>05 -</a:t>
            </a:r>
            <a:r>
              <a:rPr lang="en-US"/>
              <a:t> NOTRE FEUILLE DE ROUTE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0"/>
          <p:cNvSpPr/>
          <p:nvPr/>
        </p:nvSpPr>
        <p:spPr>
          <a:xfrm>
            <a:off x="4677981" y="1560000"/>
            <a:ext cx="499200" cy="4145100"/>
          </a:xfrm>
          <a:prstGeom prst="rect">
            <a:avLst/>
          </a:prstGeom>
          <a:solidFill>
            <a:srgbClr val="E51A52">
              <a:alpha val="5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0" name="Google Shape;610;p60"/>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Un accompagnement sur X semaines/mois</a:t>
            </a:r>
            <a:endParaRPr/>
          </a:p>
        </p:txBody>
      </p:sp>
      <p:sp>
        <p:nvSpPr>
          <p:cNvPr id="611" name="Google Shape;611;p60"/>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None/>
            </a:pPr>
            <a:r>
              <a:rPr lang="en-US"/>
              <a:t>NOTRE FEUILLE DE ROUTE</a:t>
            </a:r>
            <a:endParaRPr/>
          </a:p>
        </p:txBody>
      </p:sp>
      <p:sp>
        <p:nvSpPr>
          <p:cNvPr id="612" name="Google Shape;612;p60"/>
          <p:cNvSpPr/>
          <p:nvPr/>
        </p:nvSpPr>
        <p:spPr>
          <a:xfrm>
            <a:off x="3651849" y="1560000"/>
            <a:ext cx="499200" cy="41451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3" name="Google Shape;613;p60"/>
          <p:cNvSpPr/>
          <p:nvPr/>
        </p:nvSpPr>
        <p:spPr>
          <a:xfrm>
            <a:off x="2646511" y="1560000"/>
            <a:ext cx="499200" cy="41451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4" name="Google Shape;614;p60"/>
          <p:cNvSpPr/>
          <p:nvPr/>
        </p:nvSpPr>
        <p:spPr>
          <a:xfrm>
            <a:off x="1641172" y="1560000"/>
            <a:ext cx="501000" cy="41451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15" name="Google Shape;615;p60"/>
          <p:cNvSpPr/>
          <p:nvPr/>
        </p:nvSpPr>
        <p:spPr>
          <a:xfrm>
            <a:off x="635834" y="1560000"/>
            <a:ext cx="501000" cy="41451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900">
                <a:latin typeface="Montserrat"/>
                <a:ea typeface="Montserrat"/>
                <a:cs typeface="Montserrat"/>
                <a:sym typeface="Montserrat"/>
              </a:rPr>
              <a:t> </a:t>
            </a:r>
            <a:endParaRPr sz="1900">
              <a:latin typeface="Montserrat"/>
              <a:ea typeface="Montserrat"/>
              <a:cs typeface="Montserrat"/>
              <a:sym typeface="Montserrat"/>
            </a:endParaRPr>
          </a:p>
        </p:txBody>
      </p:sp>
      <p:cxnSp>
        <p:nvCxnSpPr>
          <p:cNvPr id="616" name="Google Shape;616;p60"/>
          <p:cNvCxnSpPr/>
          <p:nvPr/>
        </p:nvCxnSpPr>
        <p:spPr>
          <a:xfrm flipH="1" rot="10800000">
            <a:off x="635834" y="5702500"/>
            <a:ext cx="6015300" cy="2700"/>
          </a:xfrm>
          <a:prstGeom prst="straightConnector1">
            <a:avLst/>
          </a:prstGeom>
          <a:noFill/>
          <a:ln cap="flat" cmpd="sng" w="12700">
            <a:solidFill>
              <a:schemeClr val="dk2"/>
            </a:solidFill>
            <a:prstDash val="solid"/>
            <a:round/>
            <a:headEnd len="med" w="med" type="none"/>
            <a:tailEnd len="med" w="med" type="triangle"/>
          </a:ln>
        </p:spPr>
      </p:cxnSp>
      <p:cxnSp>
        <p:nvCxnSpPr>
          <p:cNvPr id="617" name="Google Shape;617;p60"/>
          <p:cNvCxnSpPr/>
          <p:nvPr/>
        </p:nvCxnSpPr>
        <p:spPr>
          <a:xfrm rot="10800000">
            <a:off x="635834" y="1560100"/>
            <a:ext cx="0" cy="4145100"/>
          </a:xfrm>
          <a:prstGeom prst="straightConnector1">
            <a:avLst/>
          </a:prstGeom>
          <a:noFill/>
          <a:ln cap="flat" cmpd="sng" w="12700">
            <a:solidFill>
              <a:schemeClr val="dk2"/>
            </a:solidFill>
            <a:prstDash val="solid"/>
            <a:round/>
            <a:headEnd len="med" w="med" type="none"/>
            <a:tailEnd len="med" w="med" type="triangle"/>
          </a:ln>
        </p:spPr>
      </p:cxnSp>
      <p:sp>
        <p:nvSpPr>
          <p:cNvPr id="618" name="Google Shape;618;p60"/>
          <p:cNvSpPr txBox="1"/>
          <p:nvPr>
            <p:ph type="title"/>
          </p:nvPr>
        </p:nvSpPr>
        <p:spPr>
          <a:xfrm>
            <a:off x="607842" y="5705200"/>
            <a:ext cx="4992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S1</a:t>
            </a:r>
            <a:endParaRPr b="0" sz="1200">
              <a:solidFill>
                <a:schemeClr val="dk2"/>
              </a:solidFill>
              <a:latin typeface="Roboto"/>
              <a:ea typeface="Roboto"/>
              <a:cs typeface="Roboto"/>
              <a:sym typeface="Roboto"/>
            </a:endParaRPr>
          </a:p>
        </p:txBody>
      </p:sp>
      <p:sp>
        <p:nvSpPr>
          <p:cNvPr id="619" name="Google Shape;619;p60"/>
          <p:cNvSpPr txBox="1"/>
          <p:nvPr>
            <p:ph type="title"/>
          </p:nvPr>
        </p:nvSpPr>
        <p:spPr>
          <a:xfrm>
            <a:off x="1137704" y="5705200"/>
            <a:ext cx="4992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S2</a:t>
            </a:r>
            <a:endParaRPr b="0" sz="1200">
              <a:solidFill>
                <a:schemeClr val="dk2"/>
              </a:solidFill>
              <a:latin typeface="Roboto"/>
              <a:ea typeface="Roboto"/>
              <a:cs typeface="Roboto"/>
              <a:sym typeface="Roboto"/>
            </a:endParaRPr>
          </a:p>
        </p:txBody>
      </p:sp>
      <p:sp>
        <p:nvSpPr>
          <p:cNvPr id="620" name="Google Shape;620;p60"/>
          <p:cNvSpPr txBox="1"/>
          <p:nvPr>
            <p:ph type="title"/>
          </p:nvPr>
        </p:nvSpPr>
        <p:spPr>
          <a:xfrm>
            <a:off x="1630775"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S3</a:t>
            </a:r>
            <a:endParaRPr b="0" sz="1200">
              <a:solidFill>
                <a:schemeClr val="dk2"/>
              </a:solidFill>
              <a:latin typeface="Roboto"/>
              <a:ea typeface="Roboto"/>
              <a:cs typeface="Roboto"/>
              <a:sym typeface="Roboto"/>
            </a:endParaRPr>
          </a:p>
        </p:txBody>
      </p:sp>
      <p:sp>
        <p:nvSpPr>
          <p:cNvPr id="621" name="Google Shape;621;p60"/>
          <p:cNvSpPr txBox="1"/>
          <p:nvPr>
            <p:ph type="title"/>
          </p:nvPr>
        </p:nvSpPr>
        <p:spPr>
          <a:xfrm>
            <a:off x="4639591" y="5705200"/>
            <a:ext cx="4992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rgbClr val="F06174"/>
                </a:solidFill>
                <a:latin typeface="Roboto"/>
                <a:ea typeface="Roboto"/>
                <a:cs typeface="Roboto"/>
                <a:sym typeface="Roboto"/>
              </a:rPr>
              <a:t>S9</a:t>
            </a:r>
            <a:endParaRPr b="0" sz="1200">
              <a:solidFill>
                <a:srgbClr val="F06174"/>
              </a:solidFill>
              <a:latin typeface="Roboto"/>
              <a:ea typeface="Roboto"/>
              <a:cs typeface="Roboto"/>
              <a:sym typeface="Roboto"/>
            </a:endParaRPr>
          </a:p>
        </p:txBody>
      </p:sp>
      <p:sp>
        <p:nvSpPr>
          <p:cNvPr id="622" name="Google Shape;622;p60"/>
          <p:cNvSpPr txBox="1"/>
          <p:nvPr>
            <p:ph type="title"/>
          </p:nvPr>
        </p:nvSpPr>
        <p:spPr>
          <a:xfrm>
            <a:off x="-1523603" y="179320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None/>
            </a:pPr>
            <a:r>
              <a:rPr b="0" lang="en-US" sz="1200">
                <a:solidFill>
                  <a:schemeClr val="dk2"/>
                </a:solidFill>
                <a:latin typeface="Roboto"/>
                <a:ea typeface="Roboto"/>
                <a:cs typeface="Roboto"/>
                <a:sym typeface="Roboto"/>
              </a:rPr>
              <a:t>texte</a:t>
            </a:r>
            <a:endParaRPr b="0" sz="1200">
              <a:solidFill>
                <a:schemeClr val="dk2"/>
              </a:solidFill>
              <a:latin typeface="Roboto"/>
              <a:ea typeface="Roboto"/>
              <a:cs typeface="Roboto"/>
              <a:sym typeface="Roboto"/>
            </a:endParaRPr>
          </a:p>
        </p:txBody>
      </p:sp>
      <p:sp>
        <p:nvSpPr>
          <p:cNvPr id="623" name="Google Shape;623;p60"/>
          <p:cNvSpPr/>
          <p:nvPr/>
        </p:nvSpPr>
        <p:spPr>
          <a:xfrm>
            <a:off x="635734" y="1849800"/>
            <a:ext cx="501000" cy="120000"/>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4" name="Google Shape;624;p60"/>
          <p:cNvSpPr txBox="1"/>
          <p:nvPr>
            <p:ph type="title"/>
          </p:nvPr>
        </p:nvSpPr>
        <p:spPr>
          <a:xfrm>
            <a:off x="-1523603" y="214640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chemeClr val="dk2"/>
              </a:solidFill>
              <a:latin typeface="Roboto"/>
              <a:ea typeface="Roboto"/>
              <a:cs typeface="Roboto"/>
              <a:sym typeface="Roboto"/>
            </a:endParaRPr>
          </a:p>
        </p:txBody>
      </p:sp>
      <p:sp>
        <p:nvSpPr>
          <p:cNvPr id="625" name="Google Shape;625;p60"/>
          <p:cNvSpPr/>
          <p:nvPr/>
        </p:nvSpPr>
        <p:spPr>
          <a:xfrm>
            <a:off x="1122908" y="2203000"/>
            <a:ext cx="1001700" cy="120000"/>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6" name="Google Shape;626;p60"/>
          <p:cNvSpPr txBox="1"/>
          <p:nvPr>
            <p:ph type="title"/>
          </p:nvPr>
        </p:nvSpPr>
        <p:spPr>
          <a:xfrm>
            <a:off x="-1523603" y="249960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chemeClr val="dk2"/>
              </a:solidFill>
              <a:latin typeface="Roboto"/>
              <a:ea typeface="Roboto"/>
              <a:cs typeface="Roboto"/>
              <a:sym typeface="Roboto"/>
            </a:endParaRPr>
          </a:p>
        </p:txBody>
      </p:sp>
      <p:sp>
        <p:nvSpPr>
          <p:cNvPr id="627" name="Google Shape;627;p60"/>
          <p:cNvSpPr/>
          <p:nvPr/>
        </p:nvSpPr>
        <p:spPr>
          <a:xfrm>
            <a:off x="1641172" y="2556200"/>
            <a:ext cx="2001900" cy="120000"/>
          </a:xfrm>
          <a:prstGeom prst="rect">
            <a:avLst/>
          </a:prstGeom>
          <a:gradFill>
            <a:gsLst>
              <a:gs pos="0">
                <a:srgbClr val="D1807E"/>
              </a:gs>
              <a:gs pos="100000">
                <a:srgbClr val="903F3D"/>
              </a:gs>
            </a:gsLst>
            <a:path path="circle">
              <a:fillToRect b="50%" l="50%" r="50%" t="50%"/>
            </a:path>
            <a:tileRect/>
          </a:gra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28" name="Google Shape;628;p60"/>
          <p:cNvSpPr txBox="1"/>
          <p:nvPr>
            <p:ph type="title"/>
          </p:nvPr>
        </p:nvSpPr>
        <p:spPr>
          <a:xfrm>
            <a:off x="-1523603" y="320600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731438"/>
              </a:solidFill>
              <a:latin typeface="Roboto"/>
              <a:ea typeface="Roboto"/>
              <a:cs typeface="Roboto"/>
              <a:sym typeface="Roboto"/>
            </a:endParaRPr>
          </a:p>
        </p:txBody>
      </p:sp>
      <p:sp>
        <p:nvSpPr>
          <p:cNvPr id="629" name="Google Shape;629;p60"/>
          <p:cNvSpPr txBox="1"/>
          <p:nvPr>
            <p:ph type="title"/>
          </p:nvPr>
        </p:nvSpPr>
        <p:spPr>
          <a:xfrm>
            <a:off x="-1523603" y="376240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731438"/>
              </a:solidFill>
              <a:latin typeface="Roboto"/>
              <a:ea typeface="Roboto"/>
              <a:cs typeface="Roboto"/>
              <a:sym typeface="Roboto"/>
            </a:endParaRPr>
          </a:p>
        </p:txBody>
      </p:sp>
      <p:sp>
        <p:nvSpPr>
          <p:cNvPr id="630" name="Google Shape;630;p60"/>
          <p:cNvSpPr/>
          <p:nvPr/>
        </p:nvSpPr>
        <p:spPr>
          <a:xfrm>
            <a:off x="1641172" y="3262600"/>
            <a:ext cx="1513200" cy="120000"/>
          </a:xfrm>
          <a:prstGeom prst="rect">
            <a:avLst/>
          </a:prstGeom>
          <a:solidFill>
            <a:srgbClr val="731438"/>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1" name="Google Shape;631;p60"/>
          <p:cNvSpPr/>
          <p:nvPr/>
        </p:nvSpPr>
        <p:spPr>
          <a:xfrm>
            <a:off x="2138643" y="3819000"/>
            <a:ext cx="1813200" cy="120000"/>
          </a:xfrm>
          <a:prstGeom prst="rect">
            <a:avLst/>
          </a:prstGeom>
          <a:solidFill>
            <a:srgbClr val="731438"/>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2" name="Google Shape;632;p60"/>
          <p:cNvSpPr txBox="1"/>
          <p:nvPr>
            <p:ph type="title"/>
          </p:nvPr>
        </p:nvSpPr>
        <p:spPr>
          <a:xfrm>
            <a:off x="-1523603" y="426985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101820"/>
              </a:solidFill>
              <a:latin typeface="Roboto"/>
              <a:ea typeface="Roboto"/>
              <a:cs typeface="Roboto"/>
              <a:sym typeface="Roboto"/>
            </a:endParaRPr>
          </a:p>
        </p:txBody>
      </p:sp>
      <p:sp>
        <p:nvSpPr>
          <p:cNvPr id="633" name="Google Shape;633;p60"/>
          <p:cNvSpPr txBox="1"/>
          <p:nvPr>
            <p:ph type="title"/>
          </p:nvPr>
        </p:nvSpPr>
        <p:spPr>
          <a:xfrm>
            <a:off x="-1523603" y="462305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101820"/>
              </a:solidFill>
              <a:latin typeface="Roboto"/>
              <a:ea typeface="Roboto"/>
              <a:cs typeface="Roboto"/>
              <a:sym typeface="Roboto"/>
            </a:endParaRPr>
          </a:p>
        </p:txBody>
      </p:sp>
      <p:sp>
        <p:nvSpPr>
          <p:cNvPr id="634" name="Google Shape;634;p60"/>
          <p:cNvSpPr/>
          <p:nvPr/>
        </p:nvSpPr>
        <p:spPr>
          <a:xfrm>
            <a:off x="2646511" y="4341367"/>
            <a:ext cx="2001900" cy="120000"/>
          </a:xfrm>
          <a:prstGeom prst="rect">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5" name="Google Shape;635;p60"/>
          <p:cNvSpPr/>
          <p:nvPr/>
        </p:nvSpPr>
        <p:spPr>
          <a:xfrm>
            <a:off x="3707834" y="4694550"/>
            <a:ext cx="959700" cy="120000"/>
          </a:xfrm>
          <a:prstGeom prst="rect">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6" name="Google Shape;636;p60"/>
          <p:cNvSpPr txBox="1"/>
          <p:nvPr>
            <p:ph type="title"/>
          </p:nvPr>
        </p:nvSpPr>
        <p:spPr>
          <a:xfrm>
            <a:off x="-1523603" y="497625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101820"/>
              </a:solidFill>
              <a:latin typeface="Roboto"/>
              <a:ea typeface="Roboto"/>
              <a:cs typeface="Roboto"/>
              <a:sym typeface="Roboto"/>
            </a:endParaRPr>
          </a:p>
        </p:txBody>
      </p:sp>
      <p:sp>
        <p:nvSpPr>
          <p:cNvPr id="637" name="Google Shape;637;p60"/>
          <p:cNvSpPr/>
          <p:nvPr/>
        </p:nvSpPr>
        <p:spPr>
          <a:xfrm>
            <a:off x="4667584" y="5032867"/>
            <a:ext cx="501000" cy="120000"/>
          </a:xfrm>
          <a:prstGeom prst="rect">
            <a:avLst/>
          </a:prstGeom>
          <a:solidFill>
            <a:schemeClr val="lt2"/>
          </a:solidFill>
          <a:ln cap="flat" cmpd="sng" w="12700">
            <a:solidFill>
              <a:srgbClr val="101820"/>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38" name="Google Shape;638;p60"/>
          <p:cNvSpPr txBox="1"/>
          <p:nvPr>
            <p:ph type="title"/>
          </p:nvPr>
        </p:nvSpPr>
        <p:spPr>
          <a:xfrm>
            <a:off x="-1523603" y="5329450"/>
            <a:ext cx="2159400" cy="233100"/>
          </a:xfrm>
          <a:prstGeom prst="rect">
            <a:avLst/>
          </a:prstGeom>
        </p:spPr>
        <p:txBody>
          <a:bodyPr anchorCtr="0" anchor="ctr" bIns="24000" lIns="24000" spcFirstLastPara="1" rIns="119975" wrap="square" tIns="24000">
            <a:spAutoFit/>
          </a:bodyPr>
          <a:lstStyle/>
          <a:p>
            <a:pPr indent="0" lvl="0" marL="0" rtl="0" algn="r">
              <a:lnSpc>
                <a:spcPct val="115000"/>
              </a:lnSpc>
              <a:spcBef>
                <a:spcPts val="1600"/>
              </a:spcBef>
              <a:spcAft>
                <a:spcPts val="1600"/>
              </a:spcAft>
              <a:buClr>
                <a:schemeClr val="dk1"/>
              </a:buClr>
              <a:buSzPts val="1500"/>
              <a:buFont typeface="Arial"/>
              <a:buNone/>
            </a:pPr>
            <a:r>
              <a:rPr b="0" lang="en-US" sz="1200">
                <a:solidFill>
                  <a:schemeClr val="dk2"/>
                </a:solidFill>
                <a:latin typeface="Roboto"/>
                <a:ea typeface="Roboto"/>
                <a:cs typeface="Roboto"/>
                <a:sym typeface="Roboto"/>
              </a:rPr>
              <a:t>texte</a:t>
            </a:r>
            <a:endParaRPr b="0" sz="1200">
              <a:solidFill>
                <a:srgbClr val="101820"/>
              </a:solidFill>
              <a:latin typeface="Roboto"/>
              <a:ea typeface="Roboto"/>
              <a:cs typeface="Roboto"/>
              <a:sym typeface="Roboto"/>
            </a:endParaRPr>
          </a:p>
        </p:txBody>
      </p:sp>
      <p:cxnSp>
        <p:nvCxnSpPr>
          <p:cNvPr id="639" name="Google Shape;639;p60"/>
          <p:cNvCxnSpPr/>
          <p:nvPr/>
        </p:nvCxnSpPr>
        <p:spPr>
          <a:xfrm flipH="1" rot="10800000">
            <a:off x="635834" y="2969100"/>
            <a:ext cx="5897700" cy="300"/>
          </a:xfrm>
          <a:prstGeom prst="straightConnector1">
            <a:avLst/>
          </a:prstGeom>
          <a:noFill/>
          <a:ln cap="flat" cmpd="sng" w="12700">
            <a:solidFill>
              <a:schemeClr val="accent1"/>
            </a:solidFill>
            <a:prstDash val="dot"/>
            <a:round/>
            <a:headEnd len="med" w="med" type="none"/>
            <a:tailEnd len="med" w="med" type="none"/>
          </a:ln>
        </p:spPr>
      </p:cxnSp>
      <p:cxnSp>
        <p:nvCxnSpPr>
          <p:cNvPr id="640" name="Google Shape;640;p60"/>
          <p:cNvCxnSpPr/>
          <p:nvPr/>
        </p:nvCxnSpPr>
        <p:spPr>
          <a:xfrm>
            <a:off x="635834" y="4014100"/>
            <a:ext cx="5872500" cy="14400"/>
          </a:xfrm>
          <a:prstGeom prst="straightConnector1">
            <a:avLst/>
          </a:prstGeom>
          <a:noFill/>
          <a:ln cap="flat" cmpd="sng" w="12700">
            <a:solidFill>
              <a:srgbClr val="731438"/>
            </a:solidFill>
            <a:prstDash val="dot"/>
            <a:round/>
            <a:headEnd len="med" w="med" type="none"/>
            <a:tailEnd len="med" w="med" type="none"/>
          </a:ln>
        </p:spPr>
      </p:cxnSp>
      <p:grpSp>
        <p:nvGrpSpPr>
          <p:cNvPr id="641" name="Google Shape;641;p60"/>
          <p:cNvGrpSpPr/>
          <p:nvPr/>
        </p:nvGrpSpPr>
        <p:grpSpPr>
          <a:xfrm>
            <a:off x="965783" y="2154821"/>
            <a:ext cx="650237" cy="523270"/>
            <a:chOff x="2456100" y="1356025"/>
            <a:chExt cx="487800" cy="392463"/>
          </a:xfrm>
        </p:grpSpPr>
        <p:sp>
          <p:nvSpPr>
            <p:cNvPr id="642" name="Google Shape;642;p60"/>
            <p:cNvSpPr/>
            <p:nvPr/>
          </p:nvSpPr>
          <p:spPr>
            <a:xfrm>
              <a:off x="2613288" y="1356025"/>
              <a:ext cx="144000" cy="144000"/>
            </a:xfrm>
            <a:prstGeom prst="star5">
              <a:avLst>
                <a:gd fmla="val 19098" name="adj"/>
                <a:gd fmla="val 105146" name="hf"/>
                <a:gd fmla="val 110557" name="vf"/>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43" name="Google Shape;643;p60"/>
            <p:cNvSpPr txBox="1"/>
            <p:nvPr/>
          </p:nvSpPr>
          <p:spPr>
            <a:xfrm>
              <a:off x="2456100" y="1552288"/>
              <a:ext cx="4878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Atelier X</a:t>
              </a:r>
              <a:endParaRPr b="1" sz="1700">
                <a:latin typeface="Montserrat"/>
                <a:ea typeface="Montserrat"/>
                <a:cs typeface="Montserrat"/>
                <a:sym typeface="Montserrat"/>
              </a:endParaRPr>
            </a:p>
          </p:txBody>
        </p:sp>
      </p:grpSp>
      <p:grpSp>
        <p:nvGrpSpPr>
          <p:cNvPr id="644" name="Google Shape;644;p60"/>
          <p:cNvGrpSpPr/>
          <p:nvPr/>
        </p:nvGrpSpPr>
        <p:grpSpPr>
          <a:xfrm>
            <a:off x="486694" y="1799855"/>
            <a:ext cx="650237" cy="545686"/>
            <a:chOff x="1508075" y="1337825"/>
            <a:chExt cx="487800" cy="409275"/>
          </a:xfrm>
        </p:grpSpPr>
        <p:sp>
          <p:nvSpPr>
            <p:cNvPr id="645" name="Google Shape;645;p60"/>
            <p:cNvSpPr/>
            <p:nvPr/>
          </p:nvSpPr>
          <p:spPr>
            <a:xfrm>
              <a:off x="1661975" y="1337825"/>
              <a:ext cx="144000" cy="144000"/>
            </a:xfrm>
            <a:prstGeom prst="star5">
              <a:avLst>
                <a:gd fmla="val 19098" name="adj"/>
                <a:gd fmla="val 105146" name="hf"/>
                <a:gd fmla="val 110557" name="vf"/>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46" name="Google Shape;646;p60"/>
            <p:cNvSpPr txBox="1"/>
            <p:nvPr/>
          </p:nvSpPr>
          <p:spPr>
            <a:xfrm>
              <a:off x="1508075" y="1550900"/>
              <a:ext cx="4878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Kick off</a:t>
              </a:r>
              <a:endParaRPr b="1" sz="1700">
                <a:latin typeface="Montserrat"/>
                <a:ea typeface="Montserrat"/>
                <a:cs typeface="Montserrat"/>
                <a:sym typeface="Montserrat"/>
              </a:endParaRPr>
            </a:p>
          </p:txBody>
        </p:sp>
      </p:grpSp>
      <p:grpSp>
        <p:nvGrpSpPr>
          <p:cNvPr id="647" name="Google Shape;647;p60"/>
          <p:cNvGrpSpPr/>
          <p:nvPr/>
        </p:nvGrpSpPr>
        <p:grpSpPr>
          <a:xfrm>
            <a:off x="1021396" y="1772922"/>
            <a:ext cx="906140" cy="261593"/>
            <a:chOff x="4500000" y="1329725"/>
            <a:chExt cx="679775" cy="196200"/>
          </a:xfrm>
        </p:grpSpPr>
        <p:sp>
          <p:nvSpPr>
            <p:cNvPr id="648" name="Google Shape;648;p60"/>
            <p:cNvSpPr/>
            <p:nvPr/>
          </p:nvSpPr>
          <p:spPr>
            <a:xfrm>
              <a:off x="4500000"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49" name="Google Shape;649;p60"/>
            <p:cNvSpPr txBox="1"/>
            <p:nvPr/>
          </p:nvSpPr>
          <p:spPr>
            <a:xfrm>
              <a:off x="4586675" y="1329725"/>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Clr>
                  <a:srgbClr val="000000"/>
                </a:buClr>
                <a:buSzPts val="1500"/>
                <a:buFont typeface="Arial"/>
                <a:buNone/>
              </a:pPr>
              <a:r>
                <a:rPr b="1" lang="en-US" sz="800">
                  <a:solidFill>
                    <a:schemeClr val="dk1"/>
                  </a:solidFill>
                  <a:latin typeface="Montserrat"/>
                  <a:ea typeface="Montserrat"/>
                  <a:cs typeface="Montserrat"/>
                  <a:sym typeface="Montserrat"/>
                </a:rPr>
                <a:t>Livrable 1</a:t>
              </a:r>
              <a:endParaRPr b="1" sz="1700">
                <a:latin typeface="Montserrat"/>
                <a:ea typeface="Montserrat"/>
                <a:cs typeface="Montserrat"/>
                <a:sym typeface="Montserrat"/>
              </a:endParaRPr>
            </a:p>
          </p:txBody>
        </p:sp>
      </p:grpSp>
      <p:grpSp>
        <p:nvGrpSpPr>
          <p:cNvPr id="650" name="Google Shape;650;p60"/>
          <p:cNvGrpSpPr/>
          <p:nvPr/>
        </p:nvGrpSpPr>
        <p:grpSpPr>
          <a:xfrm>
            <a:off x="3548322" y="2485356"/>
            <a:ext cx="906140" cy="261593"/>
            <a:chOff x="4500000" y="1329725"/>
            <a:chExt cx="679775" cy="196200"/>
          </a:xfrm>
        </p:grpSpPr>
        <p:sp>
          <p:nvSpPr>
            <p:cNvPr id="651" name="Google Shape;651;p60"/>
            <p:cNvSpPr/>
            <p:nvPr/>
          </p:nvSpPr>
          <p:spPr>
            <a:xfrm>
              <a:off x="4500000"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52" name="Google Shape;652;p60"/>
            <p:cNvSpPr txBox="1"/>
            <p:nvPr/>
          </p:nvSpPr>
          <p:spPr>
            <a:xfrm>
              <a:off x="4586675" y="1329725"/>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Livrable 2</a:t>
              </a:r>
              <a:endParaRPr b="1" sz="1700">
                <a:latin typeface="Montserrat"/>
                <a:ea typeface="Montserrat"/>
                <a:cs typeface="Montserrat"/>
                <a:sym typeface="Montserrat"/>
              </a:endParaRPr>
            </a:p>
          </p:txBody>
        </p:sp>
      </p:grpSp>
      <p:grpSp>
        <p:nvGrpSpPr>
          <p:cNvPr id="653" name="Google Shape;653;p60"/>
          <p:cNvGrpSpPr/>
          <p:nvPr/>
        </p:nvGrpSpPr>
        <p:grpSpPr>
          <a:xfrm>
            <a:off x="3850643" y="3759072"/>
            <a:ext cx="906140" cy="261593"/>
            <a:chOff x="4500000" y="1329725"/>
            <a:chExt cx="679775" cy="196200"/>
          </a:xfrm>
        </p:grpSpPr>
        <p:sp>
          <p:nvSpPr>
            <p:cNvPr id="654" name="Google Shape;654;p60"/>
            <p:cNvSpPr/>
            <p:nvPr/>
          </p:nvSpPr>
          <p:spPr>
            <a:xfrm>
              <a:off x="4500000"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55" name="Google Shape;655;p60"/>
            <p:cNvSpPr txBox="1"/>
            <p:nvPr/>
          </p:nvSpPr>
          <p:spPr>
            <a:xfrm>
              <a:off x="4586675" y="1329725"/>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Livrable 3</a:t>
              </a:r>
              <a:endParaRPr b="1" sz="1700">
                <a:latin typeface="Montserrat"/>
                <a:ea typeface="Montserrat"/>
                <a:cs typeface="Montserrat"/>
                <a:sym typeface="Montserrat"/>
              </a:endParaRPr>
            </a:p>
          </p:txBody>
        </p:sp>
      </p:grpSp>
      <p:grpSp>
        <p:nvGrpSpPr>
          <p:cNvPr id="656" name="Google Shape;656;p60"/>
          <p:cNvGrpSpPr/>
          <p:nvPr/>
        </p:nvGrpSpPr>
        <p:grpSpPr>
          <a:xfrm>
            <a:off x="5044765" y="4962022"/>
            <a:ext cx="906140" cy="261593"/>
            <a:chOff x="4500000" y="1329725"/>
            <a:chExt cx="679775" cy="196200"/>
          </a:xfrm>
        </p:grpSpPr>
        <p:sp>
          <p:nvSpPr>
            <p:cNvPr id="657" name="Google Shape;657;p60"/>
            <p:cNvSpPr/>
            <p:nvPr/>
          </p:nvSpPr>
          <p:spPr>
            <a:xfrm>
              <a:off x="4500000"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58" name="Google Shape;658;p60"/>
            <p:cNvSpPr txBox="1"/>
            <p:nvPr/>
          </p:nvSpPr>
          <p:spPr>
            <a:xfrm>
              <a:off x="4586675" y="1329725"/>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Livrable 5</a:t>
              </a:r>
              <a:endParaRPr b="1" sz="1700">
                <a:latin typeface="Montserrat"/>
                <a:ea typeface="Montserrat"/>
                <a:cs typeface="Montserrat"/>
                <a:sym typeface="Montserrat"/>
              </a:endParaRPr>
            </a:p>
          </p:txBody>
        </p:sp>
      </p:grpSp>
      <p:grpSp>
        <p:nvGrpSpPr>
          <p:cNvPr id="659" name="Google Shape;659;p60"/>
          <p:cNvGrpSpPr/>
          <p:nvPr/>
        </p:nvGrpSpPr>
        <p:grpSpPr>
          <a:xfrm>
            <a:off x="4555676" y="4623722"/>
            <a:ext cx="906140" cy="261593"/>
            <a:chOff x="4500000" y="1329725"/>
            <a:chExt cx="679775" cy="196200"/>
          </a:xfrm>
        </p:grpSpPr>
        <p:sp>
          <p:nvSpPr>
            <p:cNvPr id="660" name="Google Shape;660;p60"/>
            <p:cNvSpPr/>
            <p:nvPr/>
          </p:nvSpPr>
          <p:spPr>
            <a:xfrm>
              <a:off x="4500000"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61" name="Google Shape;661;p60"/>
            <p:cNvSpPr txBox="1"/>
            <p:nvPr/>
          </p:nvSpPr>
          <p:spPr>
            <a:xfrm>
              <a:off x="4586675" y="1329725"/>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Livrable 4</a:t>
              </a:r>
              <a:endParaRPr b="1" sz="1700">
                <a:latin typeface="Montserrat"/>
                <a:ea typeface="Montserrat"/>
                <a:cs typeface="Montserrat"/>
                <a:sym typeface="Montserrat"/>
              </a:endParaRPr>
            </a:p>
          </p:txBody>
        </p:sp>
      </p:grpSp>
      <p:grpSp>
        <p:nvGrpSpPr>
          <p:cNvPr id="662" name="Google Shape;662;p60"/>
          <p:cNvGrpSpPr/>
          <p:nvPr/>
        </p:nvGrpSpPr>
        <p:grpSpPr>
          <a:xfrm>
            <a:off x="5096888" y="962247"/>
            <a:ext cx="1326435" cy="465055"/>
            <a:chOff x="1106100" y="4603800"/>
            <a:chExt cx="995075" cy="348800"/>
          </a:xfrm>
        </p:grpSpPr>
        <p:grpSp>
          <p:nvGrpSpPr>
            <p:cNvPr id="663" name="Google Shape;663;p60"/>
            <p:cNvGrpSpPr/>
            <p:nvPr/>
          </p:nvGrpSpPr>
          <p:grpSpPr>
            <a:xfrm>
              <a:off x="1106100" y="4603800"/>
              <a:ext cx="487800" cy="348800"/>
              <a:chOff x="2430000" y="1353338"/>
              <a:chExt cx="487800" cy="348800"/>
            </a:xfrm>
          </p:grpSpPr>
          <p:sp>
            <p:nvSpPr>
              <p:cNvPr id="664" name="Google Shape;664;p60"/>
              <p:cNvSpPr/>
              <p:nvPr/>
            </p:nvSpPr>
            <p:spPr>
              <a:xfrm>
                <a:off x="2583900" y="1353338"/>
                <a:ext cx="180000" cy="180000"/>
              </a:xfrm>
              <a:prstGeom prst="star5">
                <a:avLst>
                  <a:gd fmla="val 19098" name="adj"/>
                  <a:gd fmla="val 105146" name="hf"/>
                  <a:gd fmla="val 110557" name="vf"/>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65" name="Google Shape;665;p60"/>
              <p:cNvSpPr txBox="1"/>
              <p:nvPr/>
            </p:nvSpPr>
            <p:spPr>
              <a:xfrm>
                <a:off x="2430000" y="1505938"/>
                <a:ext cx="4878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Atelier</a:t>
                </a:r>
                <a:endParaRPr b="1" sz="1700">
                  <a:latin typeface="Montserrat"/>
                  <a:ea typeface="Montserrat"/>
                  <a:cs typeface="Montserrat"/>
                  <a:sym typeface="Montserrat"/>
                </a:endParaRPr>
              </a:p>
            </p:txBody>
          </p:sp>
        </p:grpSp>
        <p:grpSp>
          <p:nvGrpSpPr>
            <p:cNvPr id="666" name="Google Shape;666;p60"/>
            <p:cNvGrpSpPr/>
            <p:nvPr/>
          </p:nvGrpSpPr>
          <p:grpSpPr>
            <a:xfrm>
              <a:off x="1508075" y="4609950"/>
              <a:ext cx="593100" cy="336500"/>
              <a:chOff x="4482125" y="1337813"/>
              <a:chExt cx="593100" cy="336500"/>
            </a:xfrm>
          </p:grpSpPr>
          <p:sp>
            <p:nvSpPr>
              <p:cNvPr id="667" name="Google Shape;667;p60"/>
              <p:cNvSpPr/>
              <p:nvPr/>
            </p:nvSpPr>
            <p:spPr>
              <a:xfrm>
                <a:off x="4688675" y="1337813"/>
                <a:ext cx="180000" cy="180000"/>
              </a:xfrm>
              <a:prstGeom prst="diamond">
                <a:avLst/>
              </a:prstGeom>
              <a:solidFill>
                <a:srgbClr val="101820"/>
              </a:solidFill>
              <a:ln cap="flat" cmpd="sng" w="12700">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68" name="Google Shape;668;p60"/>
              <p:cNvSpPr txBox="1"/>
              <p:nvPr/>
            </p:nvSpPr>
            <p:spPr>
              <a:xfrm>
                <a:off x="4482125" y="1478113"/>
                <a:ext cx="5931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Livrable</a:t>
                </a:r>
                <a:endParaRPr b="1" sz="1700">
                  <a:latin typeface="Montserrat"/>
                  <a:ea typeface="Montserrat"/>
                  <a:cs typeface="Montserrat"/>
                  <a:sym typeface="Montserrat"/>
                </a:endParaRPr>
              </a:p>
            </p:txBody>
          </p:sp>
        </p:grpSp>
      </p:grpSp>
      <p:sp>
        <p:nvSpPr>
          <p:cNvPr id="669" name="Google Shape;669;p60"/>
          <p:cNvSpPr/>
          <p:nvPr/>
        </p:nvSpPr>
        <p:spPr>
          <a:xfrm>
            <a:off x="7166933" y="1334467"/>
            <a:ext cx="4811400" cy="21048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US" sz="1200">
                <a:latin typeface="Chakra Petch"/>
                <a:ea typeface="Chakra Petch"/>
                <a:cs typeface="Chakra Petch"/>
                <a:sym typeface="Chakra Petch"/>
              </a:rPr>
              <a:t>HYPOTHÈSES &amp; </a:t>
            </a:r>
            <a:r>
              <a:rPr b="1" lang="en-US" sz="1200">
                <a:solidFill>
                  <a:srgbClr val="000000"/>
                </a:solidFill>
                <a:latin typeface="Chakra Petch"/>
                <a:ea typeface="Chakra Petch"/>
                <a:cs typeface="Chakra Petch"/>
                <a:sym typeface="Chakra Petch"/>
              </a:rPr>
              <a:t>PRÉ-REQUIS</a:t>
            </a:r>
            <a:endParaRPr b="1" sz="1200">
              <a:solidFill>
                <a:srgbClr val="000000"/>
              </a:solidFill>
              <a:latin typeface="Chakra Petch"/>
              <a:ea typeface="Chakra Petch"/>
              <a:cs typeface="Chakra Petch"/>
              <a:sym typeface="Chakra Petch"/>
            </a:endParaRPr>
          </a:p>
          <a:p>
            <a:pPr indent="-361950" lvl="0" marL="609600" rtl="0" algn="l">
              <a:spcBef>
                <a:spcPts val="800"/>
              </a:spcBef>
              <a:spcAft>
                <a:spcPts val="0"/>
              </a:spcAft>
              <a:buSzPts val="900"/>
              <a:buFont typeface="Montserrat"/>
              <a:buChar char="●"/>
            </a:pPr>
            <a:r>
              <a:rPr lang="en-US" sz="900">
                <a:solidFill>
                  <a:schemeClr val="dk1"/>
                </a:solidFill>
                <a:latin typeface="Montserrat"/>
                <a:ea typeface="Montserrat"/>
                <a:cs typeface="Montserrat"/>
                <a:sym typeface="Montserrat"/>
              </a:rPr>
              <a:t>HYPOTHÈSE 1</a:t>
            </a:r>
            <a:endParaRPr sz="900">
              <a:solidFill>
                <a:schemeClr val="dk1"/>
              </a:solidFill>
              <a:latin typeface="Montserrat"/>
              <a:ea typeface="Montserrat"/>
              <a:cs typeface="Montserrat"/>
              <a:sym typeface="Montserrat"/>
            </a:endParaRPr>
          </a:p>
          <a:p>
            <a:pPr indent="-361950" lvl="0" marL="609600" rtl="0" algn="l">
              <a:spcBef>
                <a:spcPts val="800"/>
              </a:spcBef>
              <a:spcAft>
                <a:spcPts val="0"/>
              </a:spcAft>
              <a:buClr>
                <a:schemeClr val="dk1"/>
              </a:buClr>
              <a:buSzPts val="900"/>
              <a:buFont typeface="Montserrat"/>
              <a:buChar char="●"/>
            </a:pPr>
            <a:r>
              <a:rPr lang="en-US" sz="900">
                <a:solidFill>
                  <a:schemeClr val="dk1"/>
                </a:solidFill>
                <a:latin typeface="Montserrat"/>
                <a:ea typeface="Montserrat"/>
                <a:cs typeface="Montserrat"/>
                <a:sym typeface="Montserrat"/>
              </a:rPr>
              <a:t>HYPOTHÈSE 2</a:t>
            </a:r>
            <a:endParaRPr sz="900">
              <a:solidFill>
                <a:schemeClr val="dk1"/>
              </a:solidFill>
              <a:latin typeface="Montserrat"/>
              <a:ea typeface="Montserrat"/>
              <a:cs typeface="Montserrat"/>
              <a:sym typeface="Montserrat"/>
            </a:endParaRPr>
          </a:p>
          <a:p>
            <a:pPr indent="-361950" lvl="0" marL="609600" rtl="0" algn="l">
              <a:spcBef>
                <a:spcPts val="800"/>
              </a:spcBef>
              <a:spcAft>
                <a:spcPts val="800"/>
              </a:spcAft>
              <a:buClr>
                <a:schemeClr val="dk1"/>
              </a:buClr>
              <a:buSzPts val="900"/>
              <a:buFont typeface="Montserrat"/>
              <a:buChar char="●"/>
            </a:pPr>
            <a:r>
              <a:rPr lang="en-US" sz="900">
                <a:solidFill>
                  <a:schemeClr val="dk1"/>
                </a:solidFill>
                <a:latin typeface="Montserrat"/>
                <a:ea typeface="Montserrat"/>
                <a:cs typeface="Montserrat"/>
                <a:sym typeface="Montserrat"/>
              </a:rPr>
              <a:t>HYPOTHÈSE 3</a:t>
            </a:r>
            <a:endParaRPr sz="900">
              <a:solidFill>
                <a:schemeClr val="dk1"/>
              </a:solidFill>
              <a:latin typeface="Montserrat"/>
              <a:ea typeface="Montserrat"/>
              <a:cs typeface="Montserrat"/>
              <a:sym typeface="Montserrat"/>
            </a:endParaRPr>
          </a:p>
        </p:txBody>
      </p:sp>
      <p:sp>
        <p:nvSpPr>
          <p:cNvPr id="670" name="Google Shape;670;p60"/>
          <p:cNvSpPr txBox="1"/>
          <p:nvPr/>
        </p:nvSpPr>
        <p:spPr>
          <a:xfrm>
            <a:off x="7245946" y="938901"/>
            <a:ext cx="2709000" cy="294900"/>
          </a:xfrm>
          <a:prstGeom prst="rect">
            <a:avLst/>
          </a:prstGeom>
          <a:noFill/>
          <a:ln>
            <a:noFill/>
          </a:ln>
        </p:spPr>
        <p:txBody>
          <a:bodyPr anchorCtr="0" anchor="t" bIns="24000" lIns="24000" spcFirstLastPara="1" rIns="24000" wrap="square" tIns="24000">
            <a:spAutoFit/>
          </a:bodyPr>
          <a:lstStyle/>
          <a:p>
            <a:pPr indent="0" lvl="0" marL="0" rtl="0" algn="l">
              <a:spcBef>
                <a:spcPts val="0"/>
              </a:spcBef>
              <a:spcAft>
                <a:spcPts val="0"/>
              </a:spcAft>
              <a:buNone/>
            </a:pPr>
            <a:r>
              <a:rPr b="1" lang="en-US" sz="1600">
                <a:solidFill>
                  <a:schemeClr val="accent3"/>
                </a:solidFill>
                <a:latin typeface="Montserrat"/>
                <a:ea typeface="Montserrat"/>
                <a:cs typeface="Montserrat"/>
                <a:sym typeface="Montserrat"/>
              </a:rPr>
              <a:t>FOCUS SUR…</a:t>
            </a:r>
            <a:endParaRPr b="1" sz="1600">
              <a:solidFill>
                <a:schemeClr val="accent3"/>
              </a:solidFill>
              <a:latin typeface="Montserrat"/>
              <a:ea typeface="Montserrat"/>
              <a:cs typeface="Montserrat"/>
              <a:sym typeface="Montserrat"/>
            </a:endParaRPr>
          </a:p>
        </p:txBody>
      </p:sp>
      <p:sp>
        <p:nvSpPr>
          <p:cNvPr id="671" name="Google Shape;671;p60"/>
          <p:cNvSpPr/>
          <p:nvPr/>
        </p:nvSpPr>
        <p:spPr>
          <a:xfrm>
            <a:off x="7166966" y="3604400"/>
            <a:ext cx="4811400" cy="9033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latin typeface="Chakra Petch"/>
                <a:ea typeface="Chakra Petch"/>
                <a:cs typeface="Chakra Petch"/>
                <a:sym typeface="Chakra Petch"/>
              </a:rPr>
              <a:t>ATELIERS &amp; ENTRETIENS</a:t>
            </a:r>
            <a:r>
              <a:rPr b="1" lang="en-US" sz="1200">
                <a:solidFill>
                  <a:srgbClr val="000000"/>
                </a:solidFill>
                <a:latin typeface="Chakra Petch"/>
                <a:ea typeface="Chakra Petch"/>
                <a:cs typeface="Chakra Petch"/>
                <a:sym typeface="Chakra Petch"/>
              </a:rPr>
              <a:t> </a:t>
            </a:r>
            <a:endParaRPr b="1" sz="1200">
              <a:solidFill>
                <a:srgbClr val="000000"/>
              </a:solidFill>
              <a:latin typeface="Chakra Petch"/>
              <a:ea typeface="Chakra Petch"/>
              <a:cs typeface="Chakra Petch"/>
              <a:sym typeface="Chakra Petch"/>
            </a:endParaRPr>
          </a:p>
          <a:p>
            <a:pPr indent="-361950" lvl="0" marL="609600" rtl="0" algn="l">
              <a:spcBef>
                <a:spcPts val="800"/>
              </a:spcBef>
              <a:spcAft>
                <a:spcPts val="0"/>
              </a:spcAft>
              <a:buSzPts val="900"/>
              <a:buFont typeface="Montserrat"/>
              <a:buChar char="●"/>
            </a:pPr>
            <a:r>
              <a:rPr b="1" lang="en-US" sz="900">
                <a:latin typeface="Montserrat"/>
                <a:ea typeface="Montserrat"/>
                <a:cs typeface="Montserrat"/>
                <a:sym typeface="Montserrat"/>
              </a:rPr>
              <a:t>Kick off : </a:t>
            </a:r>
            <a:r>
              <a:rPr lang="en-US" sz="900">
                <a:latin typeface="Montserrat"/>
                <a:ea typeface="Montserrat"/>
                <a:cs typeface="Montserrat"/>
                <a:sym typeface="Montserrat"/>
              </a:rPr>
              <a:t>Liste des participants obligatoires et objectifs </a:t>
            </a:r>
            <a:endParaRPr sz="900">
              <a:latin typeface="Montserrat"/>
              <a:ea typeface="Montserrat"/>
              <a:cs typeface="Montserrat"/>
              <a:sym typeface="Montserrat"/>
            </a:endParaRPr>
          </a:p>
          <a:p>
            <a:pPr indent="-361950" lvl="0" marL="609600" rtl="0" algn="l">
              <a:spcBef>
                <a:spcPts val="0"/>
              </a:spcBef>
              <a:spcAft>
                <a:spcPts val="0"/>
              </a:spcAft>
              <a:buSzPts val="900"/>
              <a:buFont typeface="Montserrat"/>
              <a:buChar char="●"/>
            </a:pPr>
            <a:r>
              <a:rPr b="1" lang="en-US" sz="900">
                <a:latin typeface="Montserrat"/>
                <a:ea typeface="Montserrat"/>
                <a:cs typeface="Montserrat"/>
                <a:sym typeface="Montserrat"/>
              </a:rPr>
              <a:t>Atelier  1 : </a:t>
            </a:r>
            <a:r>
              <a:rPr lang="en-US" sz="900">
                <a:solidFill>
                  <a:schemeClr val="dk1"/>
                </a:solidFill>
                <a:latin typeface="Montserrat"/>
                <a:ea typeface="Montserrat"/>
                <a:cs typeface="Montserrat"/>
                <a:sym typeface="Montserrat"/>
              </a:rPr>
              <a:t>Liste des participants obligatoires et objectifs </a:t>
            </a:r>
            <a:endParaRPr b="1" sz="900">
              <a:latin typeface="Montserrat"/>
              <a:ea typeface="Montserrat"/>
              <a:cs typeface="Montserrat"/>
              <a:sym typeface="Montserrat"/>
            </a:endParaRPr>
          </a:p>
          <a:p>
            <a:pPr indent="-361950" lvl="0" marL="609600" rtl="0" algn="l">
              <a:spcBef>
                <a:spcPts val="0"/>
              </a:spcBef>
              <a:spcAft>
                <a:spcPts val="0"/>
              </a:spcAft>
              <a:buSzPts val="900"/>
              <a:buFont typeface="Montserrat"/>
              <a:buChar char="●"/>
            </a:pPr>
            <a:r>
              <a:rPr b="1" lang="en-US" sz="900">
                <a:solidFill>
                  <a:schemeClr val="dk1"/>
                </a:solidFill>
                <a:latin typeface="Montserrat"/>
                <a:ea typeface="Montserrat"/>
                <a:cs typeface="Montserrat"/>
                <a:sym typeface="Montserrat"/>
              </a:rPr>
              <a:t>Atelier  2 : </a:t>
            </a:r>
            <a:r>
              <a:rPr lang="en-US" sz="900">
                <a:solidFill>
                  <a:schemeClr val="dk1"/>
                </a:solidFill>
                <a:latin typeface="Montserrat"/>
                <a:ea typeface="Montserrat"/>
                <a:cs typeface="Montserrat"/>
                <a:sym typeface="Montserrat"/>
              </a:rPr>
              <a:t>Liste des participants obligatoires et objectifs </a:t>
            </a:r>
            <a:endParaRPr b="1" sz="900">
              <a:solidFill>
                <a:schemeClr val="dk1"/>
              </a:solidFill>
              <a:latin typeface="Montserrat"/>
              <a:ea typeface="Montserrat"/>
              <a:cs typeface="Montserrat"/>
              <a:sym typeface="Montserrat"/>
            </a:endParaRPr>
          </a:p>
        </p:txBody>
      </p:sp>
      <p:sp>
        <p:nvSpPr>
          <p:cNvPr id="672" name="Google Shape;672;p60"/>
          <p:cNvSpPr/>
          <p:nvPr/>
        </p:nvSpPr>
        <p:spPr>
          <a:xfrm>
            <a:off x="7166900" y="4685667"/>
            <a:ext cx="4811400" cy="16899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latin typeface="Chakra Petch"/>
                <a:ea typeface="Chakra Petch"/>
                <a:cs typeface="Chakra Petch"/>
                <a:sym typeface="Chakra Petch"/>
              </a:rPr>
              <a:t>Livrables : </a:t>
            </a:r>
            <a:endParaRPr b="1" sz="1200">
              <a:solidFill>
                <a:srgbClr val="000000"/>
              </a:solidFill>
              <a:latin typeface="Chakra Petch"/>
              <a:ea typeface="Chakra Petch"/>
              <a:cs typeface="Chakra Petch"/>
              <a:sym typeface="Chakra Petch"/>
            </a:endParaRPr>
          </a:p>
          <a:p>
            <a:pPr indent="-361950" lvl="0" marL="609600" rtl="0" algn="l">
              <a:spcBef>
                <a:spcPts val="80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1 : </a:t>
            </a:r>
            <a:r>
              <a:rPr lang="en-US" sz="900">
                <a:solidFill>
                  <a:schemeClr val="dk1"/>
                </a:solidFill>
                <a:latin typeface="Montserrat"/>
                <a:ea typeface="Montserrat"/>
                <a:cs typeface="Montserrat"/>
                <a:sym typeface="Montserrat"/>
              </a:rPr>
              <a:t>Texte</a:t>
            </a:r>
            <a:endParaRPr sz="900">
              <a:solidFill>
                <a:schemeClr val="dk1"/>
              </a:solidFill>
              <a:latin typeface="Montserrat"/>
              <a:ea typeface="Montserrat"/>
              <a:cs typeface="Montserrat"/>
              <a:sym typeface="Montserrat"/>
            </a:endParaRPr>
          </a:p>
          <a:p>
            <a:pPr indent="-361950" lvl="0" marL="609600" rtl="0" algn="l">
              <a:spcBef>
                <a:spcPts val="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2 : </a:t>
            </a:r>
            <a:r>
              <a:rPr lang="en-US" sz="900">
                <a:solidFill>
                  <a:schemeClr val="dk1"/>
                </a:solidFill>
                <a:latin typeface="Montserrat"/>
                <a:ea typeface="Montserrat"/>
                <a:cs typeface="Montserrat"/>
                <a:sym typeface="Montserrat"/>
              </a:rPr>
              <a:t>Texte</a:t>
            </a:r>
            <a:endParaRPr b="1" sz="900">
              <a:solidFill>
                <a:schemeClr val="dk1"/>
              </a:solidFill>
              <a:latin typeface="Montserrat"/>
              <a:ea typeface="Montserrat"/>
              <a:cs typeface="Montserrat"/>
              <a:sym typeface="Montserrat"/>
            </a:endParaRPr>
          </a:p>
          <a:p>
            <a:pPr indent="-361950" lvl="0" marL="609600" rtl="0" algn="l">
              <a:spcBef>
                <a:spcPts val="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3 : </a:t>
            </a:r>
            <a:r>
              <a:rPr lang="en-US" sz="900">
                <a:solidFill>
                  <a:schemeClr val="dk1"/>
                </a:solidFill>
                <a:latin typeface="Montserrat"/>
                <a:ea typeface="Montserrat"/>
                <a:cs typeface="Montserrat"/>
                <a:sym typeface="Montserrat"/>
              </a:rPr>
              <a:t>Texte</a:t>
            </a:r>
            <a:endParaRPr sz="1100">
              <a:latin typeface="Montserrat"/>
              <a:ea typeface="Montserrat"/>
              <a:cs typeface="Montserrat"/>
              <a:sym typeface="Montserrat"/>
            </a:endParaRPr>
          </a:p>
        </p:txBody>
      </p:sp>
      <p:sp>
        <p:nvSpPr>
          <p:cNvPr id="673" name="Google Shape;673;p60"/>
          <p:cNvSpPr txBox="1"/>
          <p:nvPr>
            <p:ph type="title"/>
          </p:nvPr>
        </p:nvSpPr>
        <p:spPr>
          <a:xfrm>
            <a:off x="2138643"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S4</a:t>
            </a:r>
            <a:endParaRPr b="0" sz="1200">
              <a:solidFill>
                <a:schemeClr val="dk2"/>
              </a:solidFill>
              <a:latin typeface="Roboto"/>
              <a:ea typeface="Roboto"/>
              <a:cs typeface="Roboto"/>
              <a:sym typeface="Roboto"/>
            </a:endParaRPr>
          </a:p>
        </p:txBody>
      </p:sp>
      <p:sp>
        <p:nvSpPr>
          <p:cNvPr id="674" name="Google Shape;674;p60"/>
          <p:cNvSpPr txBox="1"/>
          <p:nvPr>
            <p:ph type="title"/>
          </p:nvPr>
        </p:nvSpPr>
        <p:spPr>
          <a:xfrm>
            <a:off x="2646511"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S5</a:t>
            </a:r>
            <a:endParaRPr b="0" sz="1200">
              <a:solidFill>
                <a:schemeClr val="dk2"/>
              </a:solidFill>
              <a:latin typeface="Roboto"/>
              <a:ea typeface="Roboto"/>
              <a:cs typeface="Roboto"/>
              <a:sym typeface="Roboto"/>
            </a:endParaRPr>
          </a:p>
        </p:txBody>
      </p:sp>
      <p:sp>
        <p:nvSpPr>
          <p:cNvPr id="675" name="Google Shape;675;p60"/>
          <p:cNvSpPr txBox="1"/>
          <p:nvPr>
            <p:ph type="title"/>
          </p:nvPr>
        </p:nvSpPr>
        <p:spPr>
          <a:xfrm>
            <a:off x="3154378"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S6</a:t>
            </a:r>
            <a:endParaRPr b="0" sz="1200">
              <a:solidFill>
                <a:schemeClr val="dk2"/>
              </a:solidFill>
              <a:latin typeface="Roboto"/>
              <a:ea typeface="Roboto"/>
              <a:cs typeface="Roboto"/>
              <a:sym typeface="Roboto"/>
            </a:endParaRPr>
          </a:p>
        </p:txBody>
      </p:sp>
      <p:sp>
        <p:nvSpPr>
          <p:cNvPr id="676" name="Google Shape;676;p60"/>
          <p:cNvSpPr txBox="1"/>
          <p:nvPr>
            <p:ph type="title"/>
          </p:nvPr>
        </p:nvSpPr>
        <p:spPr>
          <a:xfrm>
            <a:off x="3662246"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S7</a:t>
            </a:r>
            <a:endParaRPr b="0" sz="1200">
              <a:solidFill>
                <a:schemeClr val="dk2"/>
              </a:solidFill>
              <a:latin typeface="Roboto"/>
              <a:ea typeface="Roboto"/>
              <a:cs typeface="Roboto"/>
              <a:sym typeface="Roboto"/>
            </a:endParaRPr>
          </a:p>
        </p:txBody>
      </p:sp>
      <p:sp>
        <p:nvSpPr>
          <p:cNvPr id="677" name="Google Shape;677;p60"/>
          <p:cNvSpPr txBox="1"/>
          <p:nvPr>
            <p:ph type="title"/>
          </p:nvPr>
        </p:nvSpPr>
        <p:spPr>
          <a:xfrm>
            <a:off x="4170114" y="5705200"/>
            <a:ext cx="480000" cy="233100"/>
          </a:xfrm>
          <a:prstGeom prst="rect">
            <a:avLst/>
          </a:prstGeom>
        </p:spPr>
        <p:txBody>
          <a:bodyPr anchorCtr="0" anchor="ctr" bIns="24000" lIns="24000" spcFirstLastPara="1" rIns="24000" wrap="square" tIns="24000">
            <a:spAutoFit/>
          </a:bodyPr>
          <a:lstStyle/>
          <a:p>
            <a:pPr indent="0" lvl="0" marL="0" rtl="0" algn="ctr">
              <a:lnSpc>
                <a:spcPct val="115000"/>
              </a:lnSpc>
              <a:spcBef>
                <a:spcPts val="1600"/>
              </a:spcBef>
              <a:spcAft>
                <a:spcPts val="1600"/>
              </a:spcAft>
              <a:buNone/>
            </a:pPr>
            <a:r>
              <a:rPr b="0" lang="en-US" sz="1200">
                <a:solidFill>
                  <a:schemeClr val="dk2"/>
                </a:solidFill>
                <a:latin typeface="Roboto"/>
                <a:ea typeface="Roboto"/>
                <a:cs typeface="Roboto"/>
                <a:sym typeface="Roboto"/>
              </a:rPr>
              <a:t>S8</a:t>
            </a:r>
            <a:endParaRPr b="0" sz="1200">
              <a:solidFill>
                <a:schemeClr val="dk2"/>
              </a:solidFill>
              <a:latin typeface="Roboto"/>
              <a:ea typeface="Roboto"/>
              <a:cs typeface="Roboto"/>
              <a:sym typeface="Roboto"/>
            </a:endParaRPr>
          </a:p>
        </p:txBody>
      </p:sp>
      <p:grpSp>
        <p:nvGrpSpPr>
          <p:cNvPr id="678" name="Google Shape;678;p60"/>
          <p:cNvGrpSpPr/>
          <p:nvPr/>
        </p:nvGrpSpPr>
        <p:grpSpPr>
          <a:xfrm>
            <a:off x="2582361" y="3220455"/>
            <a:ext cx="650237" cy="523270"/>
            <a:chOff x="2456100" y="1356025"/>
            <a:chExt cx="487800" cy="392463"/>
          </a:xfrm>
        </p:grpSpPr>
        <p:sp>
          <p:nvSpPr>
            <p:cNvPr id="679" name="Google Shape;679;p60"/>
            <p:cNvSpPr/>
            <p:nvPr/>
          </p:nvSpPr>
          <p:spPr>
            <a:xfrm>
              <a:off x="2613288" y="1356025"/>
              <a:ext cx="144000" cy="144000"/>
            </a:xfrm>
            <a:prstGeom prst="star5">
              <a:avLst>
                <a:gd fmla="val 19098" name="adj"/>
                <a:gd fmla="val 105146" name="hf"/>
                <a:gd fmla="val 110557" name="vf"/>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0" name="Google Shape;680;p60"/>
            <p:cNvSpPr txBox="1"/>
            <p:nvPr/>
          </p:nvSpPr>
          <p:spPr>
            <a:xfrm>
              <a:off x="2456100" y="1552288"/>
              <a:ext cx="4878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Atelier X</a:t>
              </a:r>
              <a:endParaRPr b="1" sz="1700">
                <a:latin typeface="Montserrat"/>
                <a:ea typeface="Montserrat"/>
                <a:cs typeface="Montserrat"/>
                <a:sym typeface="Montserrat"/>
              </a:endParaRPr>
            </a:p>
          </p:txBody>
        </p:sp>
      </p:grpSp>
      <p:grpSp>
        <p:nvGrpSpPr>
          <p:cNvPr id="681" name="Google Shape;681;p60"/>
          <p:cNvGrpSpPr/>
          <p:nvPr/>
        </p:nvGrpSpPr>
        <p:grpSpPr>
          <a:xfrm>
            <a:off x="3200400" y="4288421"/>
            <a:ext cx="650237" cy="523270"/>
            <a:chOff x="2456100" y="1356025"/>
            <a:chExt cx="487800" cy="392463"/>
          </a:xfrm>
        </p:grpSpPr>
        <p:sp>
          <p:nvSpPr>
            <p:cNvPr id="682" name="Google Shape;682;p60"/>
            <p:cNvSpPr/>
            <p:nvPr/>
          </p:nvSpPr>
          <p:spPr>
            <a:xfrm>
              <a:off x="2613288" y="1356025"/>
              <a:ext cx="144000" cy="144000"/>
            </a:xfrm>
            <a:prstGeom prst="star5">
              <a:avLst>
                <a:gd fmla="val 19098" name="adj"/>
                <a:gd fmla="val 105146" name="hf"/>
                <a:gd fmla="val 110557" name="vf"/>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3" name="Google Shape;683;p60"/>
            <p:cNvSpPr txBox="1"/>
            <p:nvPr/>
          </p:nvSpPr>
          <p:spPr>
            <a:xfrm>
              <a:off x="2456100" y="1552288"/>
              <a:ext cx="487800" cy="1962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800">
                  <a:solidFill>
                    <a:schemeClr val="dk1"/>
                  </a:solidFill>
                  <a:latin typeface="Montserrat"/>
                  <a:ea typeface="Montserrat"/>
                  <a:cs typeface="Montserrat"/>
                  <a:sym typeface="Montserrat"/>
                </a:rPr>
                <a:t>Atelier X</a:t>
              </a:r>
              <a:endParaRPr b="1" sz="1700">
                <a:latin typeface="Montserrat"/>
                <a:ea typeface="Montserrat"/>
                <a:cs typeface="Montserrat"/>
                <a:sym typeface="Montserrat"/>
              </a:endParaRPr>
            </a:p>
          </p:txBody>
        </p:sp>
      </p:grpSp>
      <p:sp>
        <p:nvSpPr>
          <p:cNvPr id="684" name="Google Shape;684;p60"/>
          <p:cNvSpPr/>
          <p:nvPr/>
        </p:nvSpPr>
        <p:spPr>
          <a:xfrm>
            <a:off x="5693717" y="1560000"/>
            <a:ext cx="499200" cy="4145100"/>
          </a:xfrm>
          <a:prstGeom prst="rect">
            <a:avLst/>
          </a:prstGeom>
          <a:solidFill>
            <a:srgbClr val="E51A52">
              <a:alpha val="5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85" name="Google Shape;685;p60"/>
          <p:cNvSpPr/>
          <p:nvPr/>
        </p:nvSpPr>
        <p:spPr>
          <a:xfrm>
            <a:off x="653830" y="6080933"/>
            <a:ext cx="6015300" cy="294900"/>
          </a:xfrm>
          <a:prstGeom prst="rect">
            <a:avLst/>
          </a:prstGeom>
          <a:solidFill>
            <a:schemeClr val="accent1"/>
          </a:solidFill>
          <a:ln>
            <a:noFill/>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200">
                <a:solidFill>
                  <a:schemeClr val="lt1"/>
                </a:solidFill>
                <a:latin typeface="Chakra Petch"/>
                <a:ea typeface="Chakra Petch"/>
                <a:cs typeface="Chakra Petch"/>
                <a:sym typeface="Chakra Petch"/>
              </a:rPr>
              <a:t>DURÉE : X SEMAINES</a:t>
            </a:r>
            <a:endParaRPr b="1" sz="1200">
              <a:solidFill>
                <a:srgbClr val="FFFFFF"/>
              </a:solidFill>
              <a:latin typeface="Chakra Petch"/>
              <a:ea typeface="Chakra Petch"/>
              <a:cs typeface="Chakra Petch"/>
              <a:sym typeface="Chakra Petch"/>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1"/>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0"/>
              </a:spcAft>
              <a:buClr>
                <a:schemeClr val="dk1"/>
              </a:buClr>
              <a:buSzPts val="1500"/>
              <a:buFont typeface="Arial"/>
              <a:buNone/>
            </a:pPr>
            <a:r>
              <a:rPr lang="en-US"/>
              <a:t>NOTRE FEUILLE DE ROUTE</a:t>
            </a:r>
            <a:endParaRPr/>
          </a:p>
          <a:p>
            <a:pPr indent="0" lvl="0" marL="0" rtl="0" algn="l">
              <a:spcBef>
                <a:spcPts val="1600"/>
              </a:spcBef>
              <a:spcAft>
                <a:spcPts val="1600"/>
              </a:spcAft>
              <a:buNone/>
            </a:pPr>
            <a:r>
              <a:t/>
            </a:r>
            <a:endParaRPr/>
          </a:p>
        </p:txBody>
      </p:sp>
      <p:cxnSp>
        <p:nvCxnSpPr>
          <p:cNvPr id="691" name="Google Shape;691;p61"/>
          <p:cNvCxnSpPr/>
          <p:nvPr/>
        </p:nvCxnSpPr>
        <p:spPr>
          <a:xfrm flipH="1" rot="10800000">
            <a:off x="811889" y="4021300"/>
            <a:ext cx="10614900" cy="17700"/>
          </a:xfrm>
          <a:prstGeom prst="straightConnector1">
            <a:avLst/>
          </a:prstGeom>
          <a:noFill/>
          <a:ln cap="flat" cmpd="sng" w="12700">
            <a:solidFill>
              <a:schemeClr val="accent1"/>
            </a:solidFill>
            <a:prstDash val="solid"/>
            <a:round/>
            <a:headEnd len="med" w="med" type="none"/>
            <a:tailEnd len="med" w="med" type="triangle"/>
          </a:ln>
          <a:effectLst>
            <a:outerShdw blurRad="76187" rotWithShape="0" algn="bl" dir="5400000" dist="25396">
              <a:srgbClr val="000000">
                <a:alpha val="50000"/>
              </a:srgbClr>
            </a:outerShdw>
          </a:effectLst>
        </p:spPr>
      </p:cxnSp>
      <p:sp>
        <p:nvSpPr>
          <p:cNvPr id="692" name="Google Shape;692;p61"/>
          <p:cNvSpPr txBox="1"/>
          <p:nvPr/>
        </p:nvSpPr>
        <p:spPr>
          <a:xfrm>
            <a:off x="425039" y="4878433"/>
            <a:ext cx="2272200" cy="1092900"/>
          </a:xfrm>
          <a:prstGeom prst="rect">
            <a:avLst/>
          </a:prstGeom>
          <a:noFill/>
          <a:ln>
            <a:noFill/>
          </a:ln>
        </p:spPr>
        <p:txBody>
          <a:bodyPr anchorCtr="0" anchor="t" bIns="121875" lIns="121875" spcFirstLastPara="1" rIns="121875" wrap="square" tIns="121875">
            <a:spAutoFit/>
          </a:bodyPr>
          <a:lstStyle/>
          <a:p>
            <a:pPr indent="-184150" lvl="0" marL="228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br>
              <a:rPr lang="en-US" sz="1100">
                <a:solidFill>
                  <a:schemeClr val="dk1"/>
                </a:solidFill>
                <a:latin typeface="Montserrat"/>
                <a:ea typeface="Montserrat"/>
                <a:cs typeface="Montserrat"/>
                <a:sym typeface="Montserrat"/>
              </a:rPr>
            </a:br>
            <a:endParaRPr sz="1100">
              <a:solidFill>
                <a:schemeClr val="dk1"/>
              </a:solidFill>
              <a:latin typeface="Montserrat"/>
              <a:ea typeface="Montserrat"/>
              <a:cs typeface="Montserrat"/>
              <a:sym typeface="Montserrat"/>
            </a:endParaRPr>
          </a:p>
          <a:p>
            <a:pPr indent="-184150" lvl="0" marL="228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100">
              <a:solidFill>
                <a:schemeClr val="dk1"/>
              </a:solidFill>
              <a:latin typeface="Montserrat"/>
              <a:ea typeface="Montserrat"/>
              <a:cs typeface="Montserrat"/>
              <a:sym typeface="Montserrat"/>
            </a:endParaRPr>
          </a:p>
          <a:p>
            <a:pPr indent="-184150" lvl="0" marL="228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p:txBody>
      </p:sp>
      <p:sp>
        <p:nvSpPr>
          <p:cNvPr id="693" name="Google Shape;693;p61"/>
          <p:cNvSpPr txBox="1"/>
          <p:nvPr/>
        </p:nvSpPr>
        <p:spPr>
          <a:xfrm>
            <a:off x="2697247" y="4878433"/>
            <a:ext cx="2272200" cy="1092900"/>
          </a:xfrm>
          <a:prstGeom prst="rect">
            <a:avLst/>
          </a:prstGeom>
          <a:noFill/>
          <a:ln>
            <a:noFill/>
          </a:ln>
        </p:spPr>
        <p:txBody>
          <a:bodyPr anchorCtr="0" anchor="t" bIns="121875" lIns="121875" spcFirstLastPara="1" rIns="121875" wrap="square" tIns="121875">
            <a:spAutoFit/>
          </a:bodyPr>
          <a:lstStyle/>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br>
              <a:rPr lang="en-US" sz="1100">
                <a:solidFill>
                  <a:schemeClr val="dk1"/>
                </a:solidFill>
                <a:latin typeface="Montserrat"/>
                <a:ea typeface="Montserrat"/>
                <a:cs typeface="Montserrat"/>
                <a:sym typeface="Montserrat"/>
              </a:rPr>
            </a:b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p:txBody>
      </p:sp>
      <p:sp>
        <p:nvSpPr>
          <p:cNvPr id="694" name="Google Shape;694;p61"/>
          <p:cNvSpPr txBox="1"/>
          <p:nvPr/>
        </p:nvSpPr>
        <p:spPr>
          <a:xfrm>
            <a:off x="5044320" y="4878767"/>
            <a:ext cx="2130300" cy="1092900"/>
          </a:xfrm>
          <a:prstGeom prst="rect">
            <a:avLst/>
          </a:prstGeom>
          <a:noFill/>
          <a:ln>
            <a:noFill/>
          </a:ln>
        </p:spPr>
        <p:txBody>
          <a:bodyPr anchorCtr="0" anchor="t" bIns="121875" lIns="121875" spcFirstLastPara="1" rIns="121875" wrap="square" tIns="121875">
            <a:spAutoFit/>
          </a:bodyPr>
          <a:lstStyle/>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br>
              <a:rPr lang="en-US" sz="1100">
                <a:solidFill>
                  <a:schemeClr val="dk1"/>
                </a:solidFill>
                <a:latin typeface="Montserrat"/>
                <a:ea typeface="Montserrat"/>
                <a:cs typeface="Montserrat"/>
                <a:sym typeface="Montserrat"/>
              </a:rPr>
            </a:b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p:txBody>
      </p:sp>
      <p:sp>
        <p:nvSpPr>
          <p:cNvPr id="695" name="Google Shape;695;p61"/>
          <p:cNvSpPr txBox="1"/>
          <p:nvPr/>
        </p:nvSpPr>
        <p:spPr>
          <a:xfrm>
            <a:off x="7506273" y="4878767"/>
            <a:ext cx="1554300" cy="1092900"/>
          </a:xfrm>
          <a:prstGeom prst="rect">
            <a:avLst/>
          </a:prstGeom>
          <a:noFill/>
          <a:ln>
            <a:noFill/>
          </a:ln>
        </p:spPr>
        <p:txBody>
          <a:bodyPr anchorCtr="0" anchor="t" bIns="121875" lIns="121875" spcFirstLastPara="1" rIns="121875" wrap="square" tIns="121875">
            <a:spAutoFit/>
          </a:bodyPr>
          <a:lstStyle/>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br>
              <a:rPr lang="en-US" sz="1100">
                <a:solidFill>
                  <a:schemeClr val="dk1"/>
                </a:solidFill>
                <a:latin typeface="Montserrat"/>
                <a:ea typeface="Montserrat"/>
                <a:cs typeface="Montserrat"/>
                <a:sym typeface="Montserrat"/>
              </a:rPr>
            </a:b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p:txBody>
      </p:sp>
      <p:sp>
        <p:nvSpPr>
          <p:cNvPr id="696" name="Google Shape;696;p61"/>
          <p:cNvSpPr txBox="1"/>
          <p:nvPr/>
        </p:nvSpPr>
        <p:spPr>
          <a:xfrm>
            <a:off x="9359998" y="4878767"/>
            <a:ext cx="2644800" cy="1092900"/>
          </a:xfrm>
          <a:prstGeom prst="rect">
            <a:avLst/>
          </a:prstGeom>
          <a:noFill/>
          <a:ln>
            <a:noFill/>
          </a:ln>
        </p:spPr>
        <p:txBody>
          <a:bodyPr anchorCtr="0" anchor="t" bIns="121875" lIns="121875" spcFirstLastPara="1" rIns="121875" wrap="square" tIns="121875">
            <a:spAutoFit/>
          </a:bodyPr>
          <a:lstStyle/>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br>
              <a:rPr lang="en-US" sz="1100">
                <a:solidFill>
                  <a:schemeClr val="dk1"/>
                </a:solidFill>
                <a:latin typeface="Montserrat"/>
                <a:ea typeface="Montserrat"/>
                <a:cs typeface="Montserrat"/>
                <a:sym typeface="Montserrat"/>
              </a:rPr>
            </a:b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100">
              <a:solidFill>
                <a:schemeClr val="dk1"/>
              </a:solidFill>
              <a:latin typeface="Montserrat"/>
              <a:ea typeface="Montserrat"/>
              <a:cs typeface="Montserrat"/>
              <a:sym typeface="Montserrat"/>
            </a:endParaRPr>
          </a:p>
          <a:p>
            <a:pPr indent="-374650" lvl="0" marL="609600" rtl="0" algn="ctr">
              <a:spcBef>
                <a:spcPts val="0"/>
              </a:spcBef>
              <a:spcAft>
                <a:spcPts val="0"/>
              </a:spcAft>
              <a:buClr>
                <a:schemeClr val="dk1"/>
              </a:buClr>
              <a:buSzPts val="1100"/>
              <a:buFont typeface="Montserrat"/>
              <a:buChar char="●"/>
            </a:pPr>
            <a:r>
              <a:rPr lang="en-US" sz="1100">
                <a:solidFill>
                  <a:schemeClr val="dk1"/>
                </a:solidFill>
                <a:latin typeface="Montserrat"/>
                <a:ea typeface="Montserrat"/>
                <a:cs typeface="Montserrat"/>
                <a:sym typeface="Montserrat"/>
              </a:rPr>
              <a:t>Texte </a:t>
            </a:r>
            <a:endParaRPr sz="900">
              <a:solidFill>
                <a:schemeClr val="dk1"/>
              </a:solidFill>
              <a:latin typeface="Montserrat"/>
              <a:ea typeface="Montserrat"/>
              <a:cs typeface="Montserrat"/>
              <a:sym typeface="Montserrat"/>
            </a:endParaRPr>
          </a:p>
        </p:txBody>
      </p:sp>
      <p:sp>
        <p:nvSpPr>
          <p:cNvPr id="697" name="Google Shape;697;p61"/>
          <p:cNvSpPr/>
          <p:nvPr/>
        </p:nvSpPr>
        <p:spPr>
          <a:xfrm>
            <a:off x="1201454" y="3798000"/>
            <a:ext cx="487200" cy="464400"/>
          </a:xfrm>
          <a:prstGeom prst="ellipse">
            <a:avLst/>
          </a:prstGeom>
          <a:solidFill>
            <a:schemeClr val="accent2"/>
          </a:solidFill>
          <a:ln cap="flat" cmpd="sng" w="12700">
            <a:solidFill>
              <a:schemeClr val="lt1"/>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698" name="Google Shape;698;p61"/>
          <p:cNvSpPr txBox="1"/>
          <p:nvPr/>
        </p:nvSpPr>
        <p:spPr>
          <a:xfrm>
            <a:off x="915931" y="4315167"/>
            <a:ext cx="10581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S1</a:t>
            </a:r>
            <a:endParaRPr sz="1600">
              <a:solidFill>
                <a:schemeClr val="dk1"/>
              </a:solidFill>
              <a:latin typeface="Montserrat"/>
              <a:ea typeface="Montserrat"/>
              <a:cs typeface="Montserrat"/>
              <a:sym typeface="Montserrat"/>
            </a:endParaRPr>
          </a:p>
        </p:txBody>
      </p:sp>
      <p:sp>
        <p:nvSpPr>
          <p:cNvPr id="699" name="Google Shape;699;p61"/>
          <p:cNvSpPr/>
          <p:nvPr/>
        </p:nvSpPr>
        <p:spPr>
          <a:xfrm>
            <a:off x="3493207" y="3798000"/>
            <a:ext cx="487200" cy="464400"/>
          </a:xfrm>
          <a:prstGeom prst="ellipse">
            <a:avLst/>
          </a:prstGeom>
          <a:solidFill>
            <a:schemeClr val="accent2"/>
          </a:solidFill>
          <a:ln cap="flat" cmpd="sng" w="12700">
            <a:solidFill>
              <a:schemeClr val="lt1"/>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0" name="Google Shape;700;p61"/>
          <p:cNvSpPr/>
          <p:nvPr/>
        </p:nvSpPr>
        <p:spPr>
          <a:xfrm>
            <a:off x="5784960" y="3798000"/>
            <a:ext cx="487200" cy="464400"/>
          </a:xfrm>
          <a:prstGeom prst="ellipse">
            <a:avLst/>
          </a:prstGeom>
          <a:solidFill>
            <a:schemeClr val="accent2"/>
          </a:solidFill>
          <a:ln cap="flat" cmpd="sng" w="12700">
            <a:solidFill>
              <a:schemeClr val="lt1"/>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1" name="Google Shape;701;p61"/>
          <p:cNvSpPr/>
          <p:nvPr/>
        </p:nvSpPr>
        <p:spPr>
          <a:xfrm>
            <a:off x="8076713" y="3798000"/>
            <a:ext cx="487200" cy="464400"/>
          </a:xfrm>
          <a:prstGeom prst="ellipse">
            <a:avLst/>
          </a:prstGeom>
          <a:solidFill>
            <a:schemeClr val="accent2"/>
          </a:solidFill>
          <a:ln cap="flat" cmpd="sng" w="12700">
            <a:solidFill>
              <a:schemeClr val="lt1"/>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2" name="Google Shape;702;p61"/>
          <p:cNvSpPr/>
          <p:nvPr/>
        </p:nvSpPr>
        <p:spPr>
          <a:xfrm>
            <a:off x="10368466" y="3798000"/>
            <a:ext cx="487200" cy="464400"/>
          </a:xfrm>
          <a:prstGeom prst="ellipse">
            <a:avLst/>
          </a:prstGeom>
          <a:solidFill>
            <a:schemeClr val="accent2"/>
          </a:solidFill>
          <a:ln cap="flat" cmpd="sng" w="12700">
            <a:solidFill>
              <a:schemeClr val="lt1"/>
            </a:solidFill>
            <a:prstDash val="solid"/>
            <a:round/>
            <a:headEnd len="sm" w="sm" type="none"/>
            <a:tailEnd len="sm" w="sm" type="none"/>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Montserrat"/>
              <a:ea typeface="Montserrat"/>
              <a:cs typeface="Montserrat"/>
              <a:sym typeface="Montserrat"/>
            </a:endParaRPr>
          </a:p>
        </p:txBody>
      </p:sp>
      <p:sp>
        <p:nvSpPr>
          <p:cNvPr id="703" name="Google Shape;703;p61"/>
          <p:cNvSpPr txBox="1"/>
          <p:nvPr/>
        </p:nvSpPr>
        <p:spPr>
          <a:xfrm>
            <a:off x="3207684" y="4315167"/>
            <a:ext cx="10581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S2</a:t>
            </a:r>
            <a:endParaRPr sz="1600">
              <a:solidFill>
                <a:schemeClr val="dk1"/>
              </a:solidFill>
              <a:latin typeface="Montserrat"/>
              <a:ea typeface="Montserrat"/>
              <a:cs typeface="Montserrat"/>
              <a:sym typeface="Montserrat"/>
            </a:endParaRPr>
          </a:p>
        </p:txBody>
      </p:sp>
      <p:sp>
        <p:nvSpPr>
          <p:cNvPr id="704" name="Google Shape;704;p61"/>
          <p:cNvSpPr txBox="1"/>
          <p:nvPr/>
        </p:nvSpPr>
        <p:spPr>
          <a:xfrm>
            <a:off x="5499453" y="4315167"/>
            <a:ext cx="10581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S3</a:t>
            </a:r>
            <a:endParaRPr sz="1600">
              <a:solidFill>
                <a:schemeClr val="dk1"/>
              </a:solidFill>
              <a:latin typeface="Montserrat"/>
              <a:ea typeface="Montserrat"/>
              <a:cs typeface="Montserrat"/>
              <a:sym typeface="Montserrat"/>
            </a:endParaRPr>
          </a:p>
        </p:txBody>
      </p:sp>
      <p:sp>
        <p:nvSpPr>
          <p:cNvPr id="705" name="Google Shape;705;p61"/>
          <p:cNvSpPr txBox="1"/>
          <p:nvPr/>
        </p:nvSpPr>
        <p:spPr>
          <a:xfrm>
            <a:off x="7791190" y="4315167"/>
            <a:ext cx="10581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S4</a:t>
            </a:r>
            <a:endParaRPr sz="1600">
              <a:solidFill>
                <a:schemeClr val="dk1"/>
              </a:solidFill>
              <a:latin typeface="Montserrat"/>
              <a:ea typeface="Montserrat"/>
              <a:cs typeface="Montserrat"/>
              <a:sym typeface="Montserrat"/>
            </a:endParaRPr>
          </a:p>
        </p:txBody>
      </p:sp>
      <p:sp>
        <p:nvSpPr>
          <p:cNvPr id="706" name="Google Shape;706;p61"/>
          <p:cNvSpPr txBox="1"/>
          <p:nvPr/>
        </p:nvSpPr>
        <p:spPr>
          <a:xfrm>
            <a:off x="10043087" y="4315167"/>
            <a:ext cx="1058100" cy="492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S5</a:t>
            </a:r>
            <a:endParaRPr sz="1600">
              <a:solidFill>
                <a:schemeClr val="dk1"/>
              </a:solidFill>
              <a:latin typeface="Montserrat"/>
              <a:ea typeface="Montserrat"/>
              <a:cs typeface="Montserrat"/>
              <a:sym typeface="Montserrat"/>
            </a:endParaRPr>
          </a:p>
        </p:txBody>
      </p:sp>
      <p:sp>
        <p:nvSpPr>
          <p:cNvPr id="707" name="Google Shape;707;p61"/>
          <p:cNvSpPr/>
          <p:nvPr/>
        </p:nvSpPr>
        <p:spPr>
          <a:xfrm>
            <a:off x="685421" y="1106533"/>
            <a:ext cx="10953600" cy="12045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US" sz="1200">
                <a:latin typeface="Chakra Petch"/>
                <a:ea typeface="Chakra Petch"/>
                <a:cs typeface="Chakra Petch"/>
                <a:sym typeface="Chakra Petch"/>
              </a:rPr>
              <a:t>HYPOTHÈSES &amp; </a:t>
            </a:r>
            <a:r>
              <a:rPr b="1" lang="en-US" sz="1200">
                <a:solidFill>
                  <a:srgbClr val="000000"/>
                </a:solidFill>
                <a:latin typeface="Chakra Petch"/>
                <a:ea typeface="Chakra Petch"/>
                <a:cs typeface="Chakra Petch"/>
                <a:sym typeface="Chakra Petch"/>
              </a:rPr>
              <a:t>PRÉ-REQUIS</a:t>
            </a:r>
            <a:endParaRPr b="1" sz="1200">
              <a:solidFill>
                <a:srgbClr val="000000"/>
              </a:solidFill>
              <a:latin typeface="Chakra Petch"/>
              <a:ea typeface="Chakra Petch"/>
              <a:cs typeface="Chakra Petch"/>
              <a:sym typeface="Chakra Petch"/>
            </a:endParaRPr>
          </a:p>
          <a:p>
            <a:pPr indent="-361950" lvl="0" marL="609600" rtl="0" algn="l">
              <a:spcBef>
                <a:spcPts val="800"/>
              </a:spcBef>
              <a:spcAft>
                <a:spcPts val="0"/>
              </a:spcAft>
              <a:buSzPts val="900"/>
              <a:buFont typeface="Montserrat"/>
              <a:buChar char="●"/>
            </a:pPr>
            <a:r>
              <a:rPr lang="en-US" sz="900">
                <a:solidFill>
                  <a:schemeClr val="dk1"/>
                </a:solidFill>
                <a:latin typeface="Montserrat"/>
                <a:ea typeface="Montserrat"/>
                <a:cs typeface="Montserrat"/>
                <a:sym typeface="Montserrat"/>
              </a:rPr>
              <a:t>HYPOTHÈSE 1</a:t>
            </a:r>
            <a:endParaRPr sz="900">
              <a:solidFill>
                <a:schemeClr val="dk1"/>
              </a:solidFill>
              <a:latin typeface="Montserrat"/>
              <a:ea typeface="Montserrat"/>
              <a:cs typeface="Montserrat"/>
              <a:sym typeface="Montserrat"/>
            </a:endParaRPr>
          </a:p>
          <a:p>
            <a:pPr indent="-361950" lvl="0" marL="609600" rtl="0" algn="l">
              <a:spcBef>
                <a:spcPts val="800"/>
              </a:spcBef>
              <a:spcAft>
                <a:spcPts val="0"/>
              </a:spcAft>
              <a:buClr>
                <a:schemeClr val="dk1"/>
              </a:buClr>
              <a:buSzPts val="900"/>
              <a:buFont typeface="Montserrat"/>
              <a:buChar char="●"/>
            </a:pPr>
            <a:r>
              <a:rPr lang="en-US" sz="900">
                <a:solidFill>
                  <a:schemeClr val="dk1"/>
                </a:solidFill>
                <a:latin typeface="Montserrat"/>
                <a:ea typeface="Montserrat"/>
                <a:cs typeface="Montserrat"/>
                <a:sym typeface="Montserrat"/>
              </a:rPr>
              <a:t>HYPOTHÈSE 2</a:t>
            </a:r>
            <a:endParaRPr sz="900">
              <a:solidFill>
                <a:schemeClr val="dk1"/>
              </a:solidFill>
              <a:latin typeface="Montserrat"/>
              <a:ea typeface="Montserrat"/>
              <a:cs typeface="Montserrat"/>
              <a:sym typeface="Montserrat"/>
            </a:endParaRPr>
          </a:p>
          <a:p>
            <a:pPr indent="-361950" lvl="0" marL="609600" rtl="0" algn="l">
              <a:spcBef>
                <a:spcPts val="800"/>
              </a:spcBef>
              <a:spcAft>
                <a:spcPts val="800"/>
              </a:spcAft>
              <a:buClr>
                <a:schemeClr val="dk1"/>
              </a:buClr>
              <a:buSzPts val="900"/>
              <a:buFont typeface="Montserrat"/>
              <a:buChar char="●"/>
            </a:pPr>
            <a:r>
              <a:rPr lang="en-US" sz="900">
                <a:solidFill>
                  <a:schemeClr val="dk1"/>
                </a:solidFill>
                <a:latin typeface="Montserrat"/>
                <a:ea typeface="Montserrat"/>
                <a:cs typeface="Montserrat"/>
                <a:sym typeface="Montserrat"/>
              </a:rPr>
              <a:t>HYPOTHÈSE 3</a:t>
            </a:r>
            <a:endParaRPr sz="900">
              <a:solidFill>
                <a:schemeClr val="dk1"/>
              </a:solidFill>
              <a:latin typeface="Montserrat"/>
              <a:ea typeface="Montserrat"/>
              <a:cs typeface="Montserrat"/>
              <a:sym typeface="Montserrat"/>
            </a:endParaRPr>
          </a:p>
        </p:txBody>
      </p:sp>
      <p:sp>
        <p:nvSpPr>
          <p:cNvPr id="708" name="Google Shape;708;p61"/>
          <p:cNvSpPr/>
          <p:nvPr/>
        </p:nvSpPr>
        <p:spPr>
          <a:xfrm>
            <a:off x="685321" y="2603067"/>
            <a:ext cx="5391300" cy="9033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latin typeface="Chakra Petch"/>
                <a:ea typeface="Chakra Petch"/>
                <a:cs typeface="Chakra Petch"/>
                <a:sym typeface="Chakra Petch"/>
              </a:rPr>
              <a:t>ATELIERS &amp; ENTRETIENS</a:t>
            </a:r>
            <a:r>
              <a:rPr b="1" lang="en-US" sz="1200">
                <a:solidFill>
                  <a:srgbClr val="000000"/>
                </a:solidFill>
                <a:latin typeface="Chakra Petch"/>
                <a:ea typeface="Chakra Petch"/>
                <a:cs typeface="Chakra Petch"/>
                <a:sym typeface="Chakra Petch"/>
              </a:rPr>
              <a:t> </a:t>
            </a:r>
            <a:endParaRPr b="1" sz="1200">
              <a:solidFill>
                <a:srgbClr val="000000"/>
              </a:solidFill>
              <a:latin typeface="Chakra Petch"/>
              <a:ea typeface="Chakra Petch"/>
              <a:cs typeface="Chakra Petch"/>
              <a:sym typeface="Chakra Petch"/>
            </a:endParaRPr>
          </a:p>
          <a:p>
            <a:pPr indent="-361950" lvl="0" marL="609600" rtl="0" algn="l">
              <a:spcBef>
                <a:spcPts val="800"/>
              </a:spcBef>
              <a:spcAft>
                <a:spcPts val="0"/>
              </a:spcAft>
              <a:buSzPts val="900"/>
              <a:buFont typeface="Montserrat"/>
              <a:buChar char="●"/>
            </a:pPr>
            <a:r>
              <a:rPr b="1" lang="en-US" sz="900">
                <a:latin typeface="Montserrat"/>
                <a:ea typeface="Montserrat"/>
                <a:cs typeface="Montserrat"/>
                <a:sym typeface="Montserrat"/>
              </a:rPr>
              <a:t>Kick off : </a:t>
            </a:r>
            <a:r>
              <a:rPr lang="en-US" sz="900">
                <a:latin typeface="Montserrat"/>
                <a:ea typeface="Montserrat"/>
                <a:cs typeface="Montserrat"/>
                <a:sym typeface="Montserrat"/>
              </a:rPr>
              <a:t>Liste des participants obligatoires</a:t>
            </a:r>
            <a:endParaRPr sz="900">
              <a:latin typeface="Montserrat"/>
              <a:ea typeface="Montserrat"/>
              <a:cs typeface="Montserrat"/>
              <a:sym typeface="Montserrat"/>
            </a:endParaRPr>
          </a:p>
          <a:p>
            <a:pPr indent="-361950" lvl="0" marL="609600" rtl="0" algn="l">
              <a:spcBef>
                <a:spcPts val="0"/>
              </a:spcBef>
              <a:spcAft>
                <a:spcPts val="0"/>
              </a:spcAft>
              <a:buSzPts val="900"/>
              <a:buFont typeface="Montserrat"/>
              <a:buChar char="●"/>
            </a:pPr>
            <a:r>
              <a:rPr b="1" lang="en-US" sz="900">
                <a:latin typeface="Montserrat"/>
                <a:ea typeface="Montserrat"/>
                <a:cs typeface="Montserrat"/>
                <a:sym typeface="Montserrat"/>
              </a:rPr>
              <a:t>Atelier  1 : </a:t>
            </a:r>
            <a:r>
              <a:rPr lang="en-US" sz="900">
                <a:solidFill>
                  <a:schemeClr val="dk1"/>
                </a:solidFill>
                <a:latin typeface="Montserrat"/>
                <a:ea typeface="Montserrat"/>
                <a:cs typeface="Montserrat"/>
                <a:sym typeface="Montserrat"/>
              </a:rPr>
              <a:t>Liste des participants obligatoires</a:t>
            </a:r>
            <a:endParaRPr b="1" sz="900">
              <a:latin typeface="Montserrat"/>
              <a:ea typeface="Montserrat"/>
              <a:cs typeface="Montserrat"/>
              <a:sym typeface="Montserrat"/>
            </a:endParaRPr>
          </a:p>
          <a:p>
            <a:pPr indent="-361950" lvl="0" marL="609600" rtl="0" algn="l">
              <a:spcBef>
                <a:spcPts val="0"/>
              </a:spcBef>
              <a:spcAft>
                <a:spcPts val="0"/>
              </a:spcAft>
              <a:buSzPts val="900"/>
              <a:buFont typeface="Montserrat"/>
              <a:buChar char="●"/>
            </a:pPr>
            <a:r>
              <a:rPr b="1" lang="en-US" sz="900">
                <a:solidFill>
                  <a:schemeClr val="dk1"/>
                </a:solidFill>
                <a:latin typeface="Montserrat"/>
                <a:ea typeface="Montserrat"/>
                <a:cs typeface="Montserrat"/>
                <a:sym typeface="Montserrat"/>
              </a:rPr>
              <a:t>Atelier  2 : </a:t>
            </a:r>
            <a:r>
              <a:rPr lang="en-US" sz="900">
                <a:solidFill>
                  <a:schemeClr val="dk1"/>
                </a:solidFill>
                <a:latin typeface="Montserrat"/>
                <a:ea typeface="Montserrat"/>
                <a:cs typeface="Montserrat"/>
                <a:sym typeface="Montserrat"/>
              </a:rPr>
              <a:t>Liste des participants obligatoires</a:t>
            </a:r>
            <a:endParaRPr b="1" sz="900">
              <a:solidFill>
                <a:schemeClr val="dk1"/>
              </a:solidFill>
              <a:latin typeface="Montserrat"/>
              <a:ea typeface="Montserrat"/>
              <a:cs typeface="Montserrat"/>
              <a:sym typeface="Montserrat"/>
            </a:endParaRPr>
          </a:p>
        </p:txBody>
      </p:sp>
      <p:sp>
        <p:nvSpPr>
          <p:cNvPr id="709" name="Google Shape;709;p61"/>
          <p:cNvSpPr/>
          <p:nvPr/>
        </p:nvSpPr>
        <p:spPr>
          <a:xfrm>
            <a:off x="6272033" y="2602933"/>
            <a:ext cx="5367000" cy="9033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latin typeface="Chakra Petch"/>
                <a:ea typeface="Chakra Petch"/>
                <a:cs typeface="Chakra Petch"/>
                <a:sym typeface="Chakra Petch"/>
              </a:rPr>
              <a:t>Livrables </a:t>
            </a:r>
            <a:r>
              <a:rPr b="1" lang="en-US" sz="1200">
                <a:latin typeface="Montserrat"/>
                <a:ea typeface="Montserrat"/>
                <a:cs typeface="Montserrat"/>
                <a:sym typeface="Montserrat"/>
              </a:rPr>
              <a:t>: </a:t>
            </a:r>
            <a:endParaRPr b="1" sz="1200">
              <a:solidFill>
                <a:srgbClr val="000000"/>
              </a:solidFill>
              <a:latin typeface="Montserrat"/>
              <a:ea typeface="Montserrat"/>
              <a:cs typeface="Montserrat"/>
              <a:sym typeface="Montserrat"/>
            </a:endParaRPr>
          </a:p>
          <a:p>
            <a:pPr indent="-361950" lvl="0" marL="609600" rtl="0" algn="l">
              <a:spcBef>
                <a:spcPts val="80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1 : </a:t>
            </a:r>
            <a:r>
              <a:rPr lang="en-US" sz="900">
                <a:solidFill>
                  <a:schemeClr val="dk1"/>
                </a:solidFill>
                <a:latin typeface="Montserrat"/>
                <a:ea typeface="Montserrat"/>
                <a:cs typeface="Montserrat"/>
                <a:sym typeface="Montserrat"/>
              </a:rPr>
              <a:t>Texte</a:t>
            </a:r>
            <a:endParaRPr sz="900">
              <a:solidFill>
                <a:schemeClr val="dk1"/>
              </a:solidFill>
              <a:latin typeface="Montserrat"/>
              <a:ea typeface="Montserrat"/>
              <a:cs typeface="Montserrat"/>
              <a:sym typeface="Montserrat"/>
            </a:endParaRPr>
          </a:p>
          <a:p>
            <a:pPr indent="-361950" lvl="0" marL="609600" rtl="0" algn="l">
              <a:spcBef>
                <a:spcPts val="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2 : </a:t>
            </a:r>
            <a:r>
              <a:rPr lang="en-US" sz="900">
                <a:solidFill>
                  <a:schemeClr val="dk1"/>
                </a:solidFill>
                <a:latin typeface="Montserrat"/>
                <a:ea typeface="Montserrat"/>
                <a:cs typeface="Montserrat"/>
                <a:sym typeface="Montserrat"/>
              </a:rPr>
              <a:t>Texte</a:t>
            </a:r>
            <a:endParaRPr b="1" sz="900">
              <a:solidFill>
                <a:schemeClr val="dk1"/>
              </a:solidFill>
              <a:latin typeface="Montserrat"/>
              <a:ea typeface="Montserrat"/>
              <a:cs typeface="Montserrat"/>
              <a:sym typeface="Montserrat"/>
            </a:endParaRPr>
          </a:p>
          <a:p>
            <a:pPr indent="-361950" lvl="0" marL="609600" rtl="0" algn="l">
              <a:spcBef>
                <a:spcPts val="0"/>
              </a:spcBef>
              <a:spcAft>
                <a:spcPts val="0"/>
              </a:spcAft>
              <a:buClr>
                <a:schemeClr val="dk1"/>
              </a:buClr>
              <a:buSzPts val="900"/>
              <a:buFont typeface="Montserrat"/>
              <a:buChar char="●"/>
            </a:pPr>
            <a:r>
              <a:rPr b="1" lang="en-US" sz="900">
                <a:solidFill>
                  <a:schemeClr val="dk1"/>
                </a:solidFill>
                <a:latin typeface="Montserrat"/>
                <a:ea typeface="Montserrat"/>
                <a:cs typeface="Montserrat"/>
                <a:sym typeface="Montserrat"/>
              </a:rPr>
              <a:t>Livrable 3 : </a:t>
            </a:r>
            <a:r>
              <a:rPr lang="en-US" sz="900">
                <a:solidFill>
                  <a:schemeClr val="dk1"/>
                </a:solidFill>
                <a:latin typeface="Montserrat"/>
                <a:ea typeface="Montserrat"/>
                <a:cs typeface="Montserrat"/>
                <a:sym typeface="Montserrat"/>
              </a:rPr>
              <a:t>Texte</a:t>
            </a:r>
            <a:endParaRPr sz="1100">
              <a:latin typeface="Montserrat"/>
              <a:ea typeface="Montserrat"/>
              <a:cs typeface="Montserrat"/>
              <a:sym typeface="Montserrat"/>
            </a:endParaRPr>
          </a:p>
        </p:txBody>
      </p:sp>
      <p:sp>
        <p:nvSpPr>
          <p:cNvPr id="710" name="Google Shape;710;p61"/>
          <p:cNvSpPr/>
          <p:nvPr/>
        </p:nvSpPr>
        <p:spPr>
          <a:xfrm>
            <a:off x="685321" y="6157333"/>
            <a:ext cx="10953600" cy="234000"/>
          </a:xfrm>
          <a:prstGeom prst="rect">
            <a:avLst/>
          </a:prstGeom>
          <a:solidFill>
            <a:schemeClr val="dk1"/>
          </a:solidFill>
          <a:ln>
            <a:noFill/>
          </a:ln>
          <a:effectLst>
            <a:outerShdw blurRad="76187" rotWithShape="0" algn="bl" dir="5400000" dist="25396">
              <a:srgbClr val="000000">
                <a:alpha val="50000"/>
              </a:srgbClr>
            </a:outerShdw>
          </a:effectLst>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200">
                <a:solidFill>
                  <a:schemeClr val="lt1"/>
                </a:solidFill>
                <a:latin typeface="Chakra Petch"/>
                <a:ea typeface="Chakra Petch"/>
                <a:cs typeface="Chakra Petch"/>
                <a:sym typeface="Chakra Petch"/>
              </a:rPr>
              <a:t>DURÉE : X SEMAINES</a:t>
            </a:r>
            <a:endParaRPr b="1" sz="1200">
              <a:solidFill>
                <a:srgbClr val="FFFFFF"/>
              </a:solidFill>
              <a:latin typeface="Chakra Petch"/>
              <a:ea typeface="Chakra Petch"/>
              <a:cs typeface="Chakra Petch"/>
              <a:sym typeface="Chakra Petch"/>
            </a:endParaRPr>
          </a:p>
        </p:txBody>
      </p:sp>
      <p:sp>
        <p:nvSpPr>
          <p:cNvPr id="711" name="Google Shape;711;p61"/>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Un accompagnement sur X semaines/mois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5" name="Shape 715"/>
        <p:cNvGrpSpPr/>
        <p:nvPr/>
      </p:nvGrpSpPr>
      <p:grpSpPr>
        <a:xfrm>
          <a:off x="0" y="0"/>
          <a:ext cx="0" cy="0"/>
          <a:chOff x="0" y="0"/>
          <a:chExt cx="0" cy="0"/>
        </a:xfrm>
      </p:grpSpPr>
      <p:sp>
        <p:nvSpPr>
          <p:cNvPr id="716" name="Google Shape;716;p62"/>
          <p:cNvSpPr txBox="1"/>
          <p:nvPr/>
        </p:nvSpPr>
        <p:spPr>
          <a:xfrm>
            <a:off x="396630" y="1758141"/>
            <a:ext cx="2284500" cy="1581900"/>
          </a:xfrm>
          <a:prstGeom prst="rect">
            <a:avLst/>
          </a:prstGeom>
          <a:solidFill>
            <a:srgbClr val="7A7B85"/>
          </a:solidFill>
          <a:ln>
            <a:noFill/>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chemeClr val="lt1"/>
              </a:buClr>
              <a:buSzPts val="900"/>
              <a:buFont typeface="Inter"/>
              <a:buChar char="●"/>
            </a:pPr>
            <a:r>
              <a:rPr lang="en-US" sz="900">
                <a:solidFill>
                  <a:schemeClr val="lt1"/>
                </a:solidFill>
                <a:latin typeface="Inter"/>
                <a:ea typeface="Inter"/>
                <a:cs typeface="Inter"/>
                <a:sym typeface="Inter"/>
              </a:rPr>
              <a:t>Comprendre la structure de l’organisation et la culture RSS</a:t>
            </a:r>
            <a:endParaRPr sz="900">
              <a:solidFill>
                <a:schemeClr val="lt1"/>
              </a:solidFill>
              <a:latin typeface="Inter"/>
              <a:ea typeface="Inter"/>
              <a:cs typeface="Inter"/>
              <a:sym typeface="Inter"/>
            </a:endParaRPr>
          </a:p>
          <a:p>
            <a:pPr indent="-133350" lvl="0" marL="139700" marR="0" rtl="0" algn="l">
              <a:lnSpc>
                <a:spcPct val="100000"/>
              </a:lnSpc>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Identifier les attentes, les enjeux, la valeur escomptée, les obstacles potentiels</a:t>
            </a:r>
            <a:endParaRPr sz="900">
              <a:solidFill>
                <a:schemeClr val="lt1"/>
              </a:solidFill>
              <a:latin typeface="Inter"/>
              <a:ea typeface="Inter"/>
              <a:cs typeface="Inter"/>
              <a:sym typeface="Inter"/>
            </a:endParaRPr>
          </a:p>
          <a:p>
            <a:pPr indent="-133350" lvl="0" marL="139700" marR="0" rtl="0" algn="l">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Aligner les parties prenantes autour d’une vision commune et d’une stratégie partagée</a:t>
            </a:r>
            <a:endParaRPr sz="900">
              <a:solidFill>
                <a:schemeClr val="lt1"/>
              </a:solidFill>
              <a:latin typeface="Inter"/>
              <a:ea typeface="Inter"/>
              <a:cs typeface="Inter"/>
              <a:sym typeface="Inter"/>
            </a:endParaRPr>
          </a:p>
        </p:txBody>
      </p:sp>
      <p:sp>
        <p:nvSpPr>
          <p:cNvPr id="717" name="Google Shape;717;p62"/>
          <p:cNvSpPr/>
          <p:nvPr/>
        </p:nvSpPr>
        <p:spPr>
          <a:xfrm>
            <a:off x="2781010" y="1035767"/>
            <a:ext cx="2287865" cy="286045"/>
          </a:xfrm>
          <a:custGeom>
            <a:rect b="b" l="l" r="r" t="t"/>
            <a:pathLst>
              <a:path extrusionOk="0" h="224790" w="2153285">
                <a:moveTo>
                  <a:pt x="2152802" y="0"/>
                </a:moveTo>
                <a:lnTo>
                  <a:pt x="0" y="0"/>
                </a:lnTo>
                <a:lnTo>
                  <a:pt x="0" y="224726"/>
                </a:lnTo>
                <a:lnTo>
                  <a:pt x="2152802" y="224726"/>
                </a:lnTo>
                <a:lnTo>
                  <a:pt x="2152802" y="0"/>
                </a:lnTo>
                <a:close/>
              </a:path>
            </a:pathLst>
          </a:custGeom>
          <a:solidFill>
            <a:srgbClr val="62656F"/>
          </a:solidFill>
          <a:ln>
            <a:noFill/>
          </a:ln>
        </p:spPr>
        <p:txBody>
          <a:bodyPr anchorCtr="0" anchor="ctr" bIns="0" lIns="0" spcFirstLastPara="1" rIns="0" wrap="square" tIns="0">
            <a:noAutofit/>
          </a:bodyPr>
          <a:lstStyle/>
          <a:p>
            <a:pPr indent="0" lvl="0" marL="0" marR="12700" rtl="0" algn="ctr">
              <a:spcBef>
                <a:spcPts val="0"/>
              </a:spcBef>
              <a:spcAft>
                <a:spcPts val="0"/>
              </a:spcAft>
              <a:buClr>
                <a:schemeClr val="dk1"/>
              </a:buClr>
              <a:buSzPts val="1500"/>
              <a:buFont typeface="Arial"/>
              <a:buNone/>
            </a:pPr>
            <a:r>
              <a:rPr b="1" lang="en-US" sz="1200">
                <a:solidFill>
                  <a:schemeClr val="lt1"/>
                </a:solidFill>
                <a:latin typeface="Chakra Petch"/>
                <a:ea typeface="Chakra Petch"/>
                <a:cs typeface="Chakra Petch"/>
                <a:sym typeface="Chakra Petch"/>
              </a:rPr>
              <a:t>2-DIAGNOSTIC</a:t>
            </a:r>
            <a:endParaRPr i="0" sz="2400" u="none" cap="none" strike="noStrike">
              <a:solidFill>
                <a:schemeClr val="lt1"/>
              </a:solidFill>
              <a:latin typeface="Chakra Petch"/>
              <a:ea typeface="Chakra Petch"/>
              <a:cs typeface="Chakra Petch"/>
              <a:sym typeface="Chakra Petch"/>
            </a:endParaRPr>
          </a:p>
        </p:txBody>
      </p:sp>
      <p:sp>
        <p:nvSpPr>
          <p:cNvPr id="718" name="Google Shape;718;p62"/>
          <p:cNvSpPr/>
          <p:nvPr/>
        </p:nvSpPr>
        <p:spPr>
          <a:xfrm>
            <a:off x="11486924" y="6291564"/>
            <a:ext cx="85459" cy="115921"/>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 name="Google Shape;719;p62"/>
          <p:cNvSpPr/>
          <p:nvPr/>
        </p:nvSpPr>
        <p:spPr>
          <a:xfrm>
            <a:off x="11960151" y="6494764"/>
            <a:ext cx="85459" cy="115921"/>
          </a:xfrm>
          <a:custGeom>
            <a:rect b="b" l="l" r="r" t="t"/>
            <a:pathLst>
              <a:path extrusionOk="0" h="86995" w="64134">
                <a:moveTo>
                  <a:pt x="0" y="0"/>
                </a:moveTo>
                <a:lnTo>
                  <a:pt x="0" y="86753"/>
                </a:lnTo>
                <a:lnTo>
                  <a:pt x="8521" y="86753"/>
                </a:lnTo>
                <a:lnTo>
                  <a:pt x="8521" y="40017"/>
                </a:lnTo>
                <a:lnTo>
                  <a:pt x="8356" y="21818"/>
                </a:lnTo>
                <a:lnTo>
                  <a:pt x="15443" y="31064"/>
                </a:lnTo>
                <a:lnTo>
                  <a:pt x="63550" y="86906"/>
                </a:lnTo>
                <a:lnTo>
                  <a:pt x="63550" y="596"/>
                </a:lnTo>
                <a:lnTo>
                  <a:pt x="55029" y="596"/>
                </a:lnTo>
                <a:lnTo>
                  <a:pt x="55029" y="55029"/>
                </a:lnTo>
                <a:lnTo>
                  <a:pt x="55181" y="66674"/>
                </a:lnTo>
                <a:lnTo>
                  <a:pt x="49822" y="59677"/>
                </a:lnTo>
                <a:lnTo>
                  <a:pt x="0"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i="0" sz="2400" u="none" cap="none" strike="noStrike">
              <a:solidFill>
                <a:srgbClr val="000000"/>
              </a:solidFill>
              <a:latin typeface="Inter"/>
              <a:ea typeface="Inter"/>
              <a:cs typeface="Inter"/>
              <a:sym typeface="Inter"/>
            </a:endParaRPr>
          </a:p>
        </p:txBody>
      </p:sp>
      <p:sp>
        <p:nvSpPr>
          <p:cNvPr id="720" name="Google Shape;720;p62"/>
          <p:cNvSpPr/>
          <p:nvPr/>
        </p:nvSpPr>
        <p:spPr>
          <a:xfrm>
            <a:off x="11584869" y="6292366"/>
            <a:ext cx="114229" cy="117612"/>
          </a:xfrm>
          <a:custGeom>
            <a:rect b="b" l="l" r="r" t="t"/>
            <a:pathLst>
              <a:path extrusionOk="0" h="88264" w="85725">
                <a:moveTo>
                  <a:pt x="65227" y="0"/>
                </a:moveTo>
                <a:lnTo>
                  <a:pt x="55499" y="0"/>
                </a:lnTo>
                <a:lnTo>
                  <a:pt x="36182" y="56616"/>
                </a:lnTo>
                <a:lnTo>
                  <a:pt x="35318" y="58826"/>
                </a:lnTo>
                <a:lnTo>
                  <a:pt x="32854" y="66459"/>
                </a:lnTo>
                <a:lnTo>
                  <a:pt x="30391" y="58826"/>
                </a:lnTo>
                <a:lnTo>
                  <a:pt x="29527" y="56616"/>
                </a:lnTo>
                <a:lnTo>
                  <a:pt x="10083" y="0"/>
                </a:lnTo>
                <a:lnTo>
                  <a:pt x="0" y="0"/>
                </a:lnTo>
                <a:lnTo>
                  <a:pt x="0" y="1219"/>
                </a:lnTo>
                <a:lnTo>
                  <a:pt x="32118" y="87998"/>
                </a:lnTo>
                <a:lnTo>
                  <a:pt x="33096" y="87998"/>
                </a:lnTo>
                <a:lnTo>
                  <a:pt x="65227" y="1219"/>
                </a:lnTo>
                <a:lnTo>
                  <a:pt x="65227" y="0"/>
                </a:lnTo>
                <a:close/>
              </a:path>
              <a:path extrusionOk="0" h="88264" w="85725">
                <a:moveTo>
                  <a:pt x="85699" y="0"/>
                </a:moveTo>
                <a:lnTo>
                  <a:pt x="77139" y="0"/>
                </a:lnTo>
                <a:lnTo>
                  <a:pt x="77139" y="86156"/>
                </a:lnTo>
                <a:lnTo>
                  <a:pt x="85699" y="86156"/>
                </a:lnTo>
                <a:lnTo>
                  <a:pt x="85699" y="0"/>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21" name="Google Shape;721;p62"/>
          <p:cNvSpPr/>
          <p:nvPr/>
        </p:nvSpPr>
        <p:spPr>
          <a:xfrm>
            <a:off x="11716101" y="6493096"/>
            <a:ext cx="229302" cy="120152"/>
          </a:xfrm>
          <a:custGeom>
            <a:rect b="b" l="l" r="r" t="t"/>
            <a:pathLst>
              <a:path extrusionOk="0" h="90170" w="172084">
                <a:moveTo>
                  <a:pt x="55295" y="67208"/>
                </a:moveTo>
                <a:lnTo>
                  <a:pt x="48971" y="50990"/>
                </a:lnTo>
                <a:lnTo>
                  <a:pt x="35077" y="40462"/>
                </a:lnTo>
                <a:lnTo>
                  <a:pt x="21170" y="31330"/>
                </a:lnTo>
                <a:lnTo>
                  <a:pt x="14859" y="19329"/>
                </a:lnTo>
                <a:lnTo>
                  <a:pt x="14859" y="12928"/>
                </a:lnTo>
                <a:lnTo>
                  <a:pt x="20218" y="8382"/>
                </a:lnTo>
                <a:lnTo>
                  <a:pt x="35344" y="8382"/>
                </a:lnTo>
                <a:lnTo>
                  <a:pt x="40424" y="10960"/>
                </a:lnTo>
                <a:lnTo>
                  <a:pt x="45110" y="17119"/>
                </a:lnTo>
                <a:lnTo>
                  <a:pt x="52209" y="11087"/>
                </a:lnTo>
                <a:lnTo>
                  <a:pt x="47307" y="6083"/>
                </a:lnTo>
                <a:lnTo>
                  <a:pt x="41795" y="2641"/>
                </a:lnTo>
                <a:lnTo>
                  <a:pt x="35636" y="647"/>
                </a:lnTo>
                <a:lnTo>
                  <a:pt x="28778" y="12"/>
                </a:lnTo>
                <a:lnTo>
                  <a:pt x="18948" y="1473"/>
                </a:lnTo>
                <a:lnTo>
                  <a:pt x="11290" y="5562"/>
                </a:lnTo>
                <a:lnTo>
                  <a:pt x="6311" y="11798"/>
                </a:lnTo>
                <a:lnTo>
                  <a:pt x="4546" y="19697"/>
                </a:lnTo>
                <a:lnTo>
                  <a:pt x="10845" y="35331"/>
                </a:lnTo>
                <a:lnTo>
                  <a:pt x="24688" y="45669"/>
                </a:lnTo>
                <a:lnTo>
                  <a:pt x="38544" y="55079"/>
                </a:lnTo>
                <a:lnTo>
                  <a:pt x="44843" y="67945"/>
                </a:lnTo>
                <a:lnTo>
                  <a:pt x="44843" y="76441"/>
                </a:lnTo>
                <a:lnTo>
                  <a:pt x="38823" y="81483"/>
                </a:lnTo>
                <a:lnTo>
                  <a:pt x="20878" y="81483"/>
                </a:lnTo>
                <a:lnTo>
                  <a:pt x="13525" y="77914"/>
                </a:lnTo>
                <a:lnTo>
                  <a:pt x="7099" y="69672"/>
                </a:lnTo>
                <a:lnTo>
                  <a:pt x="0" y="76073"/>
                </a:lnTo>
                <a:lnTo>
                  <a:pt x="6311" y="82270"/>
                </a:lnTo>
                <a:lnTo>
                  <a:pt x="13373" y="86563"/>
                </a:lnTo>
                <a:lnTo>
                  <a:pt x="21107" y="89052"/>
                </a:lnTo>
                <a:lnTo>
                  <a:pt x="29451" y="89852"/>
                </a:lnTo>
                <a:lnTo>
                  <a:pt x="39928" y="88239"/>
                </a:lnTo>
                <a:lnTo>
                  <a:pt x="48094" y="83654"/>
                </a:lnTo>
                <a:lnTo>
                  <a:pt x="53403" y="76517"/>
                </a:lnTo>
                <a:lnTo>
                  <a:pt x="55295" y="67208"/>
                </a:lnTo>
                <a:close/>
              </a:path>
              <a:path extrusionOk="0" h="90170" w="172084">
                <a:moveTo>
                  <a:pt x="74980" y="1854"/>
                </a:moveTo>
                <a:lnTo>
                  <a:pt x="66421" y="1854"/>
                </a:lnTo>
                <a:lnTo>
                  <a:pt x="66421" y="88011"/>
                </a:lnTo>
                <a:lnTo>
                  <a:pt x="74980" y="88011"/>
                </a:lnTo>
                <a:lnTo>
                  <a:pt x="74980" y="1854"/>
                </a:lnTo>
                <a:close/>
              </a:path>
              <a:path extrusionOk="0" h="90170" w="172084">
                <a:moveTo>
                  <a:pt x="171945" y="44932"/>
                </a:moveTo>
                <a:lnTo>
                  <a:pt x="169011" y="27012"/>
                </a:lnTo>
                <a:lnTo>
                  <a:pt x="162877" y="16408"/>
                </a:lnTo>
                <a:lnTo>
                  <a:pt x="162877" y="44932"/>
                </a:lnTo>
                <a:lnTo>
                  <a:pt x="160566" y="59372"/>
                </a:lnTo>
                <a:lnTo>
                  <a:pt x="154114" y="70751"/>
                </a:lnTo>
                <a:lnTo>
                  <a:pt x="144195" y="78193"/>
                </a:lnTo>
                <a:lnTo>
                  <a:pt x="131508" y="80860"/>
                </a:lnTo>
                <a:lnTo>
                  <a:pt x="118694" y="78193"/>
                </a:lnTo>
                <a:lnTo>
                  <a:pt x="108750" y="70751"/>
                </a:lnTo>
                <a:lnTo>
                  <a:pt x="102311" y="59372"/>
                </a:lnTo>
                <a:lnTo>
                  <a:pt x="100025" y="44932"/>
                </a:lnTo>
                <a:lnTo>
                  <a:pt x="102311" y="30492"/>
                </a:lnTo>
                <a:lnTo>
                  <a:pt x="108750" y="19113"/>
                </a:lnTo>
                <a:lnTo>
                  <a:pt x="118694" y="11671"/>
                </a:lnTo>
                <a:lnTo>
                  <a:pt x="131508" y="8991"/>
                </a:lnTo>
                <a:lnTo>
                  <a:pt x="144195" y="11671"/>
                </a:lnTo>
                <a:lnTo>
                  <a:pt x="154114" y="19113"/>
                </a:lnTo>
                <a:lnTo>
                  <a:pt x="160566" y="30492"/>
                </a:lnTo>
                <a:lnTo>
                  <a:pt x="162877" y="44932"/>
                </a:lnTo>
                <a:lnTo>
                  <a:pt x="162877" y="16408"/>
                </a:lnTo>
                <a:lnTo>
                  <a:pt x="160782" y="12776"/>
                </a:lnTo>
                <a:lnTo>
                  <a:pt x="155638" y="8991"/>
                </a:lnTo>
                <a:lnTo>
                  <a:pt x="148005" y="3390"/>
                </a:lnTo>
                <a:lnTo>
                  <a:pt x="131508" y="0"/>
                </a:lnTo>
                <a:lnTo>
                  <a:pt x="114922" y="3390"/>
                </a:lnTo>
                <a:lnTo>
                  <a:pt x="102120" y="12801"/>
                </a:lnTo>
                <a:lnTo>
                  <a:pt x="93878" y="27114"/>
                </a:lnTo>
                <a:lnTo>
                  <a:pt x="90957" y="45173"/>
                </a:lnTo>
                <a:lnTo>
                  <a:pt x="93853" y="62966"/>
                </a:lnTo>
                <a:lnTo>
                  <a:pt x="102069" y="77114"/>
                </a:lnTo>
                <a:lnTo>
                  <a:pt x="114833" y="86474"/>
                </a:lnTo>
                <a:lnTo>
                  <a:pt x="131394" y="89852"/>
                </a:lnTo>
                <a:lnTo>
                  <a:pt x="147916" y="86474"/>
                </a:lnTo>
                <a:lnTo>
                  <a:pt x="155562" y="80860"/>
                </a:lnTo>
                <a:lnTo>
                  <a:pt x="160718" y="77089"/>
                </a:lnTo>
                <a:lnTo>
                  <a:pt x="168998" y="62865"/>
                </a:lnTo>
                <a:lnTo>
                  <a:pt x="171945" y="44932"/>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i="0" sz="2400" u="none" cap="none" strike="noStrike">
              <a:solidFill>
                <a:srgbClr val="000000"/>
              </a:solidFill>
              <a:latin typeface="Inter"/>
              <a:ea typeface="Inter"/>
              <a:cs typeface="Inter"/>
              <a:sym typeface="Inter"/>
            </a:endParaRPr>
          </a:p>
        </p:txBody>
      </p:sp>
      <p:sp>
        <p:nvSpPr>
          <p:cNvPr id="722" name="Google Shape;722;p62"/>
          <p:cNvSpPr/>
          <p:nvPr/>
        </p:nvSpPr>
        <p:spPr>
          <a:xfrm>
            <a:off x="11244111" y="6291615"/>
            <a:ext cx="225919" cy="117612"/>
          </a:xfrm>
          <a:custGeom>
            <a:rect b="b" l="l" r="r" t="t"/>
            <a:pathLst>
              <a:path extrusionOk="0" h="88264" w="169545">
                <a:moveTo>
                  <a:pt x="15379" y="76"/>
                </a:moveTo>
                <a:lnTo>
                  <a:pt x="0" y="76"/>
                </a:lnTo>
                <a:lnTo>
                  <a:pt x="36537" y="88265"/>
                </a:lnTo>
                <a:lnTo>
                  <a:pt x="50082" y="57429"/>
                </a:lnTo>
                <a:lnTo>
                  <a:pt x="37045" y="57429"/>
                </a:lnTo>
                <a:lnTo>
                  <a:pt x="34175" y="49047"/>
                </a:lnTo>
                <a:lnTo>
                  <a:pt x="32423" y="44157"/>
                </a:lnTo>
                <a:lnTo>
                  <a:pt x="15379" y="76"/>
                </a:lnTo>
                <a:close/>
              </a:path>
              <a:path extrusionOk="0" h="88264" w="169545">
                <a:moveTo>
                  <a:pt x="75282" y="29019"/>
                </a:moveTo>
                <a:lnTo>
                  <a:pt x="61975" y="29019"/>
                </a:lnTo>
                <a:lnTo>
                  <a:pt x="64879" y="36563"/>
                </a:lnTo>
                <a:lnTo>
                  <a:pt x="68591" y="45415"/>
                </a:lnTo>
                <a:lnTo>
                  <a:pt x="87147" y="88252"/>
                </a:lnTo>
                <a:lnTo>
                  <a:pt x="99845" y="57391"/>
                </a:lnTo>
                <a:lnTo>
                  <a:pt x="87210" y="57391"/>
                </a:lnTo>
                <a:lnTo>
                  <a:pt x="84060" y="49047"/>
                </a:lnTo>
                <a:lnTo>
                  <a:pt x="82207" y="44488"/>
                </a:lnTo>
                <a:lnTo>
                  <a:pt x="80949" y="41732"/>
                </a:lnTo>
                <a:lnTo>
                  <a:pt x="75282" y="29019"/>
                </a:lnTo>
                <a:close/>
              </a:path>
              <a:path extrusionOk="0" h="88264" w="169545">
                <a:moveTo>
                  <a:pt x="132257" y="14947"/>
                </a:moveTo>
                <a:lnTo>
                  <a:pt x="117309" y="14947"/>
                </a:lnTo>
                <a:lnTo>
                  <a:pt x="117424" y="86931"/>
                </a:lnTo>
                <a:lnTo>
                  <a:pt x="168998" y="86931"/>
                </a:lnTo>
                <a:lnTo>
                  <a:pt x="168998" y="73748"/>
                </a:lnTo>
                <a:lnTo>
                  <a:pt x="132257" y="73748"/>
                </a:lnTo>
                <a:lnTo>
                  <a:pt x="132257" y="48044"/>
                </a:lnTo>
                <a:lnTo>
                  <a:pt x="159143" y="48044"/>
                </a:lnTo>
                <a:lnTo>
                  <a:pt x="159143" y="34988"/>
                </a:lnTo>
                <a:lnTo>
                  <a:pt x="132257" y="34988"/>
                </a:lnTo>
                <a:lnTo>
                  <a:pt x="132257" y="14947"/>
                </a:lnTo>
                <a:close/>
              </a:path>
              <a:path extrusionOk="0" h="88264" w="169545">
                <a:moveTo>
                  <a:pt x="62344" y="0"/>
                </a:moveTo>
                <a:lnTo>
                  <a:pt x="43497" y="41732"/>
                </a:lnTo>
                <a:lnTo>
                  <a:pt x="42252" y="44589"/>
                </a:lnTo>
                <a:lnTo>
                  <a:pt x="37045" y="57429"/>
                </a:lnTo>
                <a:lnTo>
                  <a:pt x="50082" y="57429"/>
                </a:lnTo>
                <a:lnTo>
                  <a:pt x="55369" y="45389"/>
                </a:lnTo>
                <a:lnTo>
                  <a:pt x="59121" y="36423"/>
                </a:lnTo>
                <a:lnTo>
                  <a:pt x="61975" y="29019"/>
                </a:lnTo>
                <a:lnTo>
                  <a:pt x="75282" y="29019"/>
                </a:lnTo>
                <a:lnTo>
                  <a:pt x="62344" y="0"/>
                </a:lnTo>
                <a:close/>
              </a:path>
              <a:path extrusionOk="0" h="88264" w="169545">
                <a:moveTo>
                  <a:pt x="166700" y="76"/>
                </a:moveTo>
                <a:lnTo>
                  <a:pt x="108432" y="76"/>
                </a:lnTo>
                <a:lnTo>
                  <a:pt x="92900" y="41300"/>
                </a:lnTo>
                <a:lnTo>
                  <a:pt x="92100" y="43319"/>
                </a:lnTo>
                <a:lnTo>
                  <a:pt x="89979" y="49491"/>
                </a:lnTo>
                <a:lnTo>
                  <a:pt x="87210" y="57391"/>
                </a:lnTo>
                <a:lnTo>
                  <a:pt x="99845" y="57391"/>
                </a:lnTo>
                <a:lnTo>
                  <a:pt x="117309" y="14947"/>
                </a:lnTo>
                <a:lnTo>
                  <a:pt x="132257" y="14947"/>
                </a:lnTo>
                <a:lnTo>
                  <a:pt x="132257" y="13246"/>
                </a:lnTo>
                <a:lnTo>
                  <a:pt x="166700" y="13246"/>
                </a:lnTo>
                <a:lnTo>
                  <a:pt x="166700" y="76"/>
                </a:lnTo>
                <a:close/>
              </a:path>
            </a:pathLst>
          </a:custGeom>
          <a:solidFill>
            <a:srgbClr val="000E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23" name="Google Shape;723;p62"/>
          <p:cNvSpPr txBox="1"/>
          <p:nvPr/>
        </p:nvSpPr>
        <p:spPr>
          <a:xfrm>
            <a:off x="5171486" y="1755870"/>
            <a:ext cx="2160300" cy="1581900"/>
          </a:xfrm>
          <a:prstGeom prst="rect">
            <a:avLst/>
          </a:prstGeom>
          <a:solidFill>
            <a:schemeClr val="accent3"/>
          </a:solidFill>
          <a:ln>
            <a:noFill/>
          </a:ln>
        </p:spPr>
        <p:txBody>
          <a:bodyPr anchorCtr="0" anchor="t" bIns="72000" lIns="72000" spcFirstLastPara="1" rIns="0" wrap="square" tIns="72000">
            <a:noAutofit/>
          </a:bodyPr>
          <a:lstStyle/>
          <a:p>
            <a:pPr indent="-133350" lvl="0" marL="139700" marR="0" rtl="0" algn="l">
              <a:spcBef>
                <a:spcPts val="400"/>
              </a:spcBef>
              <a:spcAft>
                <a:spcPts val="0"/>
              </a:spcAft>
              <a:buClr>
                <a:srgbClr val="FFFFFF"/>
              </a:buClr>
              <a:buSzPts val="900"/>
              <a:buFont typeface="Inter"/>
              <a:buChar char="●"/>
            </a:pPr>
            <a:r>
              <a:rPr lang="en-US" sz="900">
                <a:solidFill>
                  <a:srgbClr val="FFFFFF"/>
                </a:solidFill>
                <a:latin typeface="Inter"/>
                <a:ea typeface="Inter"/>
                <a:cs typeface="Inter"/>
                <a:sym typeface="Inter"/>
              </a:rPr>
              <a:t>Définir le modèle opérationnel complet (TOM)</a:t>
            </a:r>
            <a:endParaRPr sz="900">
              <a:solidFill>
                <a:srgbClr val="FFFFFF"/>
              </a:solidFill>
              <a:latin typeface="Inter"/>
              <a:ea typeface="Inter"/>
              <a:cs typeface="Inter"/>
              <a:sym typeface="Inter"/>
            </a:endParaRPr>
          </a:p>
        </p:txBody>
      </p:sp>
      <p:cxnSp>
        <p:nvCxnSpPr>
          <p:cNvPr id="724" name="Google Shape;724;p62"/>
          <p:cNvCxnSpPr/>
          <p:nvPr/>
        </p:nvCxnSpPr>
        <p:spPr>
          <a:xfrm>
            <a:off x="400862" y="872667"/>
            <a:ext cx="4695300" cy="0"/>
          </a:xfrm>
          <a:prstGeom prst="straightConnector1">
            <a:avLst/>
          </a:prstGeom>
          <a:noFill/>
          <a:ln cap="flat" cmpd="sng" w="12700">
            <a:solidFill>
              <a:schemeClr val="accent5"/>
            </a:solidFill>
            <a:prstDash val="solid"/>
            <a:round/>
            <a:headEnd len="med" w="med" type="diamond"/>
            <a:tailEnd len="med" w="med" type="triangle"/>
          </a:ln>
        </p:spPr>
      </p:cxnSp>
      <p:sp>
        <p:nvSpPr>
          <p:cNvPr id="725" name="Google Shape;725;p62"/>
          <p:cNvSpPr/>
          <p:nvPr/>
        </p:nvSpPr>
        <p:spPr>
          <a:xfrm>
            <a:off x="959749" y="707298"/>
            <a:ext cx="656601" cy="0"/>
          </a:xfrm>
          <a:custGeom>
            <a:rect b="b" l="l" r="r" t="t"/>
            <a:pathLst>
              <a:path extrusionOk="0" h="120000" w="492759">
                <a:moveTo>
                  <a:pt x="492480" y="0"/>
                </a:moveTo>
                <a:lnTo>
                  <a:pt x="0" y="0"/>
                </a:lnTo>
              </a:path>
            </a:pathLst>
          </a:custGeom>
          <a:noFill/>
          <a:ln cap="flat" cmpd="sng" w="12700">
            <a:solidFill>
              <a:srgbClr val="E519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26" name="Google Shape;726;p62"/>
          <p:cNvSpPr/>
          <p:nvPr/>
        </p:nvSpPr>
        <p:spPr>
          <a:xfrm>
            <a:off x="390365" y="1038042"/>
            <a:ext cx="2287865" cy="286045"/>
          </a:xfrm>
          <a:custGeom>
            <a:rect b="b" l="l" r="r" t="t"/>
            <a:pathLst>
              <a:path extrusionOk="0" h="224790" w="2153285">
                <a:moveTo>
                  <a:pt x="2152802" y="0"/>
                </a:moveTo>
                <a:lnTo>
                  <a:pt x="0" y="0"/>
                </a:lnTo>
                <a:lnTo>
                  <a:pt x="0" y="224726"/>
                </a:lnTo>
                <a:lnTo>
                  <a:pt x="2152802" y="224726"/>
                </a:lnTo>
                <a:lnTo>
                  <a:pt x="2152802" y="0"/>
                </a:lnTo>
                <a:close/>
              </a:path>
            </a:pathLst>
          </a:custGeom>
          <a:solidFill>
            <a:srgbClr val="7A7B85"/>
          </a:solid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500"/>
              <a:buFont typeface="Arial"/>
              <a:buNone/>
            </a:pPr>
            <a:r>
              <a:rPr b="1" lang="en-US" sz="1200">
                <a:solidFill>
                  <a:schemeClr val="lt1"/>
                </a:solidFill>
                <a:latin typeface="Chakra Petch"/>
                <a:ea typeface="Chakra Petch"/>
                <a:cs typeface="Chakra Petch"/>
                <a:sym typeface="Chakra Petch"/>
              </a:rPr>
              <a:t>1-CADRAGE</a:t>
            </a:r>
            <a:endParaRPr b="1" sz="1200">
              <a:solidFill>
                <a:schemeClr val="lt1"/>
              </a:solidFill>
              <a:latin typeface="Chakra Petch"/>
              <a:ea typeface="Chakra Petch"/>
              <a:cs typeface="Chakra Petch"/>
              <a:sym typeface="Chakra Petch"/>
            </a:endParaRPr>
          </a:p>
        </p:txBody>
      </p:sp>
      <p:sp>
        <p:nvSpPr>
          <p:cNvPr id="727" name="Google Shape;727;p62"/>
          <p:cNvSpPr/>
          <p:nvPr/>
        </p:nvSpPr>
        <p:spPr>
          <a:xfrm>
            <a:off x="5171644" y="1035767"/>
            <a:ext cx="2158667" cy="286045"/>
          </a:xfrm>
          <a:custGeom>
            <a:rect b="b" l="l" r="r" t="t"/>
            <a:pathLst>
              <a:path extrusionOk="0" h="224790" w="2153284">
                <a:moveTo>
                  <a:pt x="2152802" y="0"/>
                </a:moveTo>
                <a:lnTo>
                  <a:pt x="0" y="0"/>
                </a:lnTo>
                <a:lnTo>
                  <a:pt x="0" y="224726"/>
                </a:lnTo>
                <a:lnTo>
                  <a:pt x="2152802" y="224726"/>
                </a:lnTo>
                <a:lnTo>
                  <a:pt x="2152802" y="0"/>
                </a:lnTo>
                <a:close/>
              </a:path>
            </a:pathLst>
          </a:custGeom>
          <a:solidFill>
            <a:schemeClr val="accent3"/>
          </a:solidFill>
          <a:ln>
            <a:noFill/>
          </a:ln>
        </p:spPr>
        <p:txBody>
          <a:bodyPr anchorCtr="0" anchor="ctr" bIns="0" lIns="0" spcFirstLastPara="1" rIns="0" wrap="square" tIns="0">
            <a:noAutofit/>
          </a:bodyPr>
          <a:lstStyle/>
          <a:p>
            <a:pPr indent="0" lvl="0" marL="12700" marR="12700" rtl="0" algn="ctr">
              <a:spcBef>
                <a:spcPts val="0"/>
              </a:spcBef>
              <a:spcAft>
                <a:spcPts val="0"/>
              </a:spcAft>
              <a:buClr>
                <a:schemeClr val="dk1"/>
              </a:buClr>
              <a:buSzPts val="1500"/>
              <a:buFont typeface="Arial"/>
              <a:buNone/>
            </a:pPr>
            <a:r>
              <a:rPr b="1" lang="en-US" sz="1200">
                <a:solidFill>
                  <a:schemeClr val="lt1"/>
                </a:solidFill>
                <a:latin typeface="Chakra Petch"/>
                <a:ea typeface="Chakra Petch"/>
                <a:cs typeface="Chakra Petch"/>
                <a:sym typeface="Chakra Petch"/>
              </a:rPr>
              <a:t>3-DESIGN INITIAL</a:t>
            </a:r>
            <a:endParaRPr b="1" sz="1200">
              <a:solidFill>
                <a:schemeClr val="lt1"/>
              </a:solidFill>
              <a:latin typeface="Chakra Petch"/>
              <a:ea typeface="Chakra Petch"/>
              <a:cs typeface="Chakra Petch"/>
              <a:sym typeface="Chakra Petch"/>
            </a:endParaRPr>
          </a:p>
        </p:txBody>
      </p:sp>
      <p:sp>
        <p:nvSpPr>
          <p:cNvPr id="728" name="Google Shape;728;p62"/>
          <p:cNvSpPr txBox="1"/>
          <p:nvPr/>
        </p:nvSpPr>
        <p:spPr>
          <a:xfrm>
            <a:off x="2783625" y="1755870"/>
            <a:ext cx="2283900" cy="1581900"/>
          </a:xfrm>
          <a:prstGeom prst="rect">
            <a:avLst/>
          </a:prstGeom>
          <a:solidFill>
            <a:srgbClr val="62656F"/>
          </a:solidFill>
          <a:ln>
            <a:noFill/>
          </a:ln>
        </p:spPr>
        <p:txBody>
          <a:bodyPr anchorCtr="0" anchor="t" bIns="72000" lIns="72000" spcFirstLastPara="1" rIns="0" wrap="square" tIns="72000">
            <a:noAutofit/>
          </a:bodyPr>
          <a:lstStyle/>
          <a:p>
            <a:pPr indent="-133350" lvl="0" marL="139700" marR="0" rtl="0" algn="l">
              <a:spcBef>
                <a:spcPts val="400"/>
              </a:spcBef>
              <a:spcAft>
                <a:spcPts val="0"/>
              </a:spcAft>
              <a:buClr>
                <a:schemeClr val="lt1"/>
              </a:buClr>
              <a:buSzPts val="900"/>
              <a:buFont typeface="Inter"/>
              <a:buChar char="●"/>
            </a:pPr>
            <a:r>
              <a:rPr lang="en-US" sz="900">
                <a:solidFill>
                  <a:schemeClr val="lt1"/>
                </a:solidFill>
                <a:latin typeface="Inter"/>
                <a:ea typeface="Inter"/>
                <a:cs typeface="Inter"/>
                <a:sym typeface="Inter"/>
              </a:rPr>
              <a:t>Établir les principes du TOM de RSS</a:t>
            </a:r>
            <a:endParaRPr sz="900">
              <a:solidFill>
                <a:schemeClr val="lt1"/>
              </a:solidFill>
              <a:latin typeface="Inter"/>
              <a:ea typeface="Inter"/>
              <a:cs typeface="Inter"/>
              <a:sym typeface="Inter"/>
            </a:endParaRPr>
          </a:p>
          <a:p>
            <a:pPr indent="-133350" lvl="0" marL="139700" marR="0" rtl="0" algn="l">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Recentrer et déterminer les priorités</a:t>
            </a:r>
            <a:endParaRPr sz="900">
              <a:solidFill>
                <a:schemeClr val="lt1"/>
              </a:solidFill>
              <a:latin typeface="Inter"/>
              <a:ea typeface="Inter"/>
              <a:cs typeface="Inter"/>
              <a:sym typeface="Inter"/>
            </a:endParaRPr>
          </a:p>
          <a:p>
            <a:pPr indent="-133350" lvl="0" marL="139700" marR="0" rtl="0" algn="l">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Modèle de pilotage des projets / dépendances / risques</a:t>
            </a:r>
            <a:endParaRPr sz="900">
              <a:solidFill>
                <a:schemeClr val="lt1"/>
              </a:solidFill>
              <a:latin typeface="Inter"/>
              <a:ea typeface="Inter"/>
              <a:cs typeface="Inter"/>
              <a:sym typeface="Inter"/>
            </a:endParaRPr>
          </a:p>
          <a:p>
            <a:pPr indent="-76200" lvl="0" marL="139700" marR="0" rtl="0" algn="l">
              <a:spcBef>
                <a:spcPts val="0"/>
              </a:spcBef>
              <a:spcAft>
                <a:spcPts val="0"/>
              </a:spcAft>
              <a:buNone/>
            </a:pPr>
            <a:r>
              <a:t/>
            </a:r>
            <a:endParaRPr sz="900">
              <a:solidFill>
                <a:schemeClr val="dk1"/>
              </a:solidFill>
              <a:latin typeface="Inter"/>
              <a:ea typeface="Inter"/>
              <a:cs typeface="Inter"/>
              <a:sym typeface="Inter"/>
            </a:endParaRPr>
          </a:p>
          <a:p>
            <a:pPr indent="-76200" lvl="0" marL="139700" marR="0" rtl="0" algn="l">
              <a:spcBef>
                <a:spcPts val="400"/>
              </a:spcBef>
              <a:spcAft>
                <a:spcPts val="0"/>
              </a:spcAft>
              <a:buNone/>
            </a:pPr>
            <a:r>
              <a:t/>
            </a:r>
            <a:endParaRPr sz="900">
              <a:solidFill>
                <a:schemeClr val="lt1"/>
              </a:solidFill>
              <a:latin typeface="Inter"/>
              <a:ea typeface="Inter"/>
              <a:cs typeface="Inter"/>
              <a:sym typeface="Inter"/>
            </a:endParaRPr>
          </a:p>
        </p:txBody>
      </p:sp>
      <p:sp>
        <p:nvSpPr>
          <p:cNvPr id="729" name="Google Shape;729;p62"/>
          <p:cNvSpPr txBox="1"/>
          <p:nvPr/>
        </p:nvSpPr>
        <p:spPr>
          <a:xfrm>
            <a:off x="9700040" y="1755832"/>
            <a:ext cx="2130900" cy="1530900"/>
          </a:xfrm>
          <a:prstGeom prst="rect">
            <a:avLst/>
          </a:prstGeom>
          <a:solidFill>
            <a:schemeClr val="accent2"/>
          </a:solidFill>
          <a:ln>
            <a:noFill/>
          </a:ln>
        </p:spPr>
        <p:txBody>
          <a:bodyPr anchorCtr="0" anchor="t" bIns="72000" lIns="72000" spcFirstLastPara="1" rIns="0" wrap="square" tIns="72000">
            <a:spAutoFit/>
          </a:bodyPr>
          <a:lstStyle/>
          <a:p>
            <a:pPr indent="-133350" lvl="0" marL="139700" marR="0" rtl="0" algn="l">
              <a:spcBef>
                <a:spcPts val="400"/>
              </a:spcBef>
              <a:spcAft>
                <a:spcPts val="0"/>
              </a:spcAft>
              <a:buClr>
                <a:srgbClr val="FFFFFF"/>
              </a:buClr>
              <a:buSzPts val="900"/>
              <a:buFont typeface="Inter"/>
              <a:buChar char="●"/>
            </a:pPr>
            <a:r>
              <a:rPr lang="en-US" sz="900">
                <a:solidFill>
                  <a:srgbClr val="FFFFFF"/>
                </a:solidFill>
                <a:latin typeface="Inter"/>
                <a:ea typeface="Inter"/>
                <a:cs typeface="Inter"/>
                <a:sym typeface="Inter"/>
              </a:rPr>
              <a:t>Déploiement du TOM sur sa première version</a:t>
            </a:r>
            <a:endParaRPr sz="900">
              <a:solidFill>
                <a:srgbClr val="FFFFFF"/>
              </a:solidFill>
              <a:latin typeface="Inter"/>
              <a:ea typeface="Inter"/>
              <a:cs typeface="Inter"/>
              <a:sym typeface="Inter"/>
            </a:endParaRPr>
          </a:p>
          <a:p>
            <a:pPr indent="-133350" lvl="0" marL="139700" marR="0" rtl="0" algn="l">
              <a:lnSpc>
                <a:spcPct val="100000"/>
              </a:lnSpc>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Accompagner les équipes dans l’exécution du TOM par dimension/BU, en “test &amp; learn”</a:t>
            </a:r>
            <a:endParaRPr sz="900">
              <a:solidFill>
                <a:srgbClr val="FFFFFF"/>
              </a:solidFill>
              <a:latin typeface="Inter"/>
              <a:ea typeface="Inter"/>
              <a:cs typeface="Inter"/>
              <a:sym typeface="Inter"/>
            </a:endParaRPr>
          </a:p>
          <a:p>
            <a:pPr indent="-133350" lvl="0" marL="139700" marR="0" rtl="0" algn="l">
              <a:lnSpc>
                <a:spcPct val="100000"/>
              </a:lnSpc>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Collecter les feedbacks terrains</a:t>
            </a:r>
            <a:endParaRPr sz="900">
              <a:solidFill>
                <a:srgbClr val="FFFFFF"/>
              </a:solidFill>
              <a:latin typeface="Inter"/>
              <a:ea typeface="Inter"/>
              <a:cs typeface="Inter"/>
              <a:sym typeface="Inter"/>
            </a:endParaRPr>
          </a:p>
          <a:p>
            <a:pPr indent="-133350" lvl="0" marL="139700" marR="0" rtl="0" algn="l">
              <a:lnSpc>
                <a:spcPct val="100000"/>
              </a:lnSpc>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Adaptations du TOM par axe et par entité</a:t>
            </a:r>
            <a:endParaRPr sz="900">
              <a:solidFill>
                <a:srgbClr val="FFFFFF"/>
              </a:solidFill>
              <a:latin typeface="Inter"/>
              <a:ea typeface="Inter"/>
              <a:cs typeface="Inter"/>
              <a:sym typeface="Inter"/>
            </a:endParaRPr>
          </a:p>
          <a:p>
            <a:pPr indent="-133350" lvl="0" marL="139700" marR="0" rtl="0" algn="l">
              <a:lnSpc>
                <a:spcPct val="100000"/>
              </a:lnSpc>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Révision de la communication, des formations, etc.</a:t>
            </a:r>
            <a:endParaRPr sz="900">
              <a:solidFill>
                <a:srgbClr val="FFFFFF"/>
              </a:solidFill>
              <a:latin typeface="Inter"/>
              <a:ea typeface="Inter"/>
              <a:cs typeface="Inter"/>
              <a:sym typeface="Inter"/>
            </a:endParaRPr>
          </a:p>
        </p:txBody>
      </p:sp>
      <p:sp>
        <p:nvSpPr>
          <p:cNvPr id="730" name="Google Shape;730;p62"/>
          <p:cNvSpPr/>
          <p:nvPr/>
        </p:nvSpPr>
        <p:spPr>
          <a:xfrm>
            <a:off x="9694622" y="1035850"/>
            <a:ext cx="2131751" cy="286045"/>
          </a:xfrm>
          <a:custGeom>
            <a:rect b="b" l="l" r="r" t="t"/>
            <a:pathLst>
              <a:path extrusionOk="0" h="224790" w="2153284">
                <a:moveTo>
                  <a:pt x="2152802" y="0"/>
                </a:moveTo>
                <a:lnTo>
                  <a:pt x="0" y="0"/>
                </a:lnTo>
                <a:lnTo>
                  <a:pt x="0" y="224726"/>
                </a:lnTo>
                <a:lnTo>
                  <a:pt x="2152802" y="224726"/>
                </a:lnTo>
                <a:lnTo>
                  <a:pt x="2152802" y="0"/>
                </a:lnTo>
                <a:close/>
              </a:path>
            </a:pathLst>
          </a:custGeom>
          <a:solidFill>
            <a:schemeClr val="accent2"/>
          </a:solidFill>
          <a:ln>
            <a:noFill/>
          </a:ln>
        </p:spPr>
        <p:txBody>
          <a:bodyPr anchorCtr="0" anchor="ctr" bIns="0" lIns="0" spcFirstLastPara="1" rIns="0" wrap="square" tIns="0">
            <a:noAutofit/>
          </a:bodyPr>
          <a:lstStyle/>
          <a:p>
            <a:pPr indent="0" lvl="0" marL="12700" marR="12700" rtl="0" algn="ctr">
              <a:lnSpc>
                <a:spcPct val="100000"/>
              </a:lnSpc>
              <a:spcBef>
                <a:spcPts val="0"/>
              </a:spcBef>
              <a:spcAft>
                <a:spcPts val="0"/>
              </a:spcAft>
              <a:buClr>
                <a:schemeClr val="dk1"/>
              </a:buClr>
              <a:buSzPts val="1500"/>
              <a:buFont typeface="Arial"/>
              <a:buNone/>
            </a:pPr>
            <a:r>
              <a:rPr b="1" lang="en-US" sz="1200">
                <a:solidFill>
                  <a:schemeClr val="lt1"/>
                </a:solidFill>
                <a:latin typeface="Chakra Petch"/>
                <a:ea typeface="Chakra Petch"/>
                <a:cs typeface="Chakra Petch"/>
                <a:sym typeface="Chakra Petch"/>
              </a:rPr>
              <a:t>ITÉRATIONS</a:t>
            </a:r>
            <a:endParaRPr b="1" sz="1200">
              <a:solidFill>
                <a:schemeClr val="lt1"/>
              </a:solidFill>
              <a:latin typeface="Chakra Petch"/>
              <a:ea typeface="Chakra Petch"/>
              <a:cs typeface="Chakra Petch"/>
              <a:sym typeface="Chakra Petch"/>
            </a:endParaRPr>
          </a:p>
        </p:txBody>
      </p:sp>
      <p:sp>
        <p:nvSpPr>
          <p:cNvPr id="731" name="Google Shape;731;p62"/>
          <p:cNvSpPr txBox="1"/>
          <p:nvPr/>
        </p:nvSpPr>
        <p:spPr>
          <a:xfrm>
            <a:off x="1742446" y="643267"/>
            <a:ext cx="2099100" cy="1857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300">
                <a:solidFill>
                  <a:srgbClr val="ED1654"/>
                </a:solidFill>
                <a:latin typeface="Montserrat"/>
                <a:ea typeface="Montserrat"/>
                <a:cs typeface="Montserrat"/>
                <a:sym typeface="Montserrat"/>
              </a:rPr>
              <a:t>4 semaines</a:t>
            </a:r>
            <a:endParaRPr b="1" sz="1300">
              <a:solidFill>
                <a:srgbClr val="ED1654"/>
              </a:solidFill>
              <a:latin typeface="Montserrat"/>
              <a:ea typeface="Montserrat"/>
              <a:cs typeface="Montserrat"/>
              <a:sym typeface="Montserrat"/>
            </a:endParaRPr>
          </a:p>
        </p:txBody>
      </p:sp>
      <p:sp>
        <p:nvSpPr>
          <p:cNvPr id="732" name="Google Shape;732;p62"/>
          <p:cNvSpPr txBox="1"/>
          <p:nvPr/>
        </p:nvSpPr>
        <p:spPr>
          <a:xfrm>
            <a:off x="7435763" y="1755871"/>
            <a:ext cx="2160300" cy="1581900"/>
          </a:xfrm>
          <a:prstGeom prst="rect">
            <a:avLst/>
          </a:prstGeom>
          <a:solidFill>
            <a:schemeClr val="dk2"/>
          </a:solidFill>
          <a:ln>
            <a:noFill/>
          </a:ln>
        </p:spPr>
        <p:txBody>
          <a:bodyPr anchorCtr="0" anchor="t" bIns="72000" lIns="72000" spcFirstLastPara="1" rIns="0" wrap="square" tIns="72000">
            <a:noAutofit/>
          </a:bodyPr>
          <a:lstStyle/>
          <a:p>
            <a:pPr indent="-133350" lvl="0" marL="139700" marR="0" rtl="0" algn="l">
              <a:spcBef>
                <a:spcPts val="400"/>
              </a:spcBef>
              <a:spcAft>
                <a:spcPts val="0"/>
              </a:spcAft>
              <a:buClr>
                <a:srgbClr val="FFFFFF"/>
              </a:buClr>
              <a:buSzPts val="900"/>
              <a:buFont typeface="Inter"/>
              <a:buChar char="●"/>
            </a:pPr>
            <a:r>
              <a:rPr lang="en-US" sz="900">
                <a:solidFill>
                  <a:srgbClr val="FFFFFF"/>
                </a:solidFill>
                <a:latin typeface="Inter"/>
                <a:ea typeface="Inter"/>
                <a:cs typeface="Inter"/>
                <a:sym typeface="Inter"/>
              </a:rPr>
              <a:t>Préparation au déploiement de chaque élément (formation, communication, accompagnement…)</a:t>
            </a:r>
            <a:endParaRPr sz="900">
              <a:solidFill>
                <a:srgbClr val="FFFFFF"/>
              </a:solidFill>
              <a:latin typeface="Inter"/>
              <a:ea typeface="Inter"/>
              <a:cs typeface="Inter"/>
              <a:sym typeface="Inter"/>
            </a:endParaRPr>
          </a:p>
          <a:p>
            <a:pPr indent="-133350" lvl="0" marL="139700" marR="0" rtl="0" algn="l">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Rédiger les supports des formations (acculturations, process, outils, etc.)</a:t>
            </a:r>
            <a:endParaRPr sz="900">
              <a:solidFill>
                <a:srgbClr val="FFFFFF"/>
              </a:solidFill>
              <a:latin typeface="Inter"/>
              <a:ea typeface="Inter"/>
              <a:cs typeface="Inter"/>
              <a:sym typeface="Inter"/>
            </a:endParaRPr>
          </a:p>
          <a:p>
            <a:pPr indent="-76200" lvl="0" marL="139700" marR="0" rtl="0" algn="l">
              <a:spcBef>
                <a:spcPts val="400"/>
              </a:spcBef>
              <a:spcAft>
                <a:spcPts val="0"/>
              </a:spcAft>
              <a:buNone/>
            </a:pPr>
            <a:r>
              <a:t/>
            </a:r>
            <a:endParaRPr sz="900">
              <a:solidFill>
                <a:srgbClr val="FFFFFF"/>
              </a:solidFill>
              <a:latin typeface="Inter"/>
              <a:ea typeface="Inter"/>
              <a:cs typeface="Inter"/>
              <a:sym typeface="Inter"/>
            </a:endParaRPr>
          </a:p>
        </p:txBody>
      </p:sp>
      <p:sp>
        <p:nvSpPr>
          <p:cNvPr id="733" name="Google Shape;733;p62"/>
          <p:cNvSpPr/>
          <p:nvPr/>
        </p:nvSpPr>
        <p:spPr>
          <a:xfrm>
            <a:off x="7433124" y="1035841"/>
            <a:ext cx="2158667" cy="286045"/>
          </a:xfrm>
          <a:custGeom>
            <a:rect b="b" l="l" r="r" t="t"/>
            <a:pathLst>
              <a:path extrusionOk="0" h="224790" w="2153284">
                <a:moveTo>
                  <a:pt x="2152802" y="0"/>
                </a:moveTo>
                <a:lnTo>
                  <a:pt x="0" y="0"/>
                </a:lnTo>
                <a:lnTo>
                  <a:pt x="0" y="224726"/>
                </a:lnTo>
                <a:lnTo>
                  <a:pt x="2152802" y="224726"/>
                </a:lnTo>
                <a:lnTo>
                  <a:pt x="2152802" y="0"/>
                </a:lnTo>
                <a:close/>
              </a:path>
            </a:pathLst>
          </a:custGeom>
          <a:solidFill>
            <a:schemeClr val="dk2"/>
          </a:solidFill>
          <a:ln>
            <a:noFill/>
          </a:ln>
        </p:spPr>
        <p:txBody>
          <a:bodyPr anchorCtr="0" anchor="ctr" bIns="0" lIns="0" spcFirstLastPara="1" rIns="0" wrap="square" tIns="0">
            <a:noAutofit/>
          </a:bodyPr>
          <a:lstStyle/>
          <a:p>
            <a:pPr indent="0" lvl="0" marL="12700" marR="12700" rtl="0" algn="ctr">
              <a:spcBef>
                <a:spcPts val="0"/>
              </a:spcBef>
              <a:spcAft>
                <a:spcPts val="0"/>
              </a:spcAft>
              <a:buClr>
                <a:schemeClr val="dk1"/>
              </a:buClr>
              <a:buSzPts val="1500"/>
              <a:buFont typeface="Arial"/>
              <a:buNone/>
            </a:pPr>
            <a:r>
              <a:rPr b="1" lang="en-US" sz="1200">
                <a:solidFill>
                  <a:schemeClr val="lt1"/>
                </a:solidFill>
                <a:latin typeface="Chakra Petch"/>
                <a:ea typeface="Chakra Petch"/>
                <a:cs typeface="Chakra Petch"/>
                <a:sym typeface="Chakra Petch"/>
              </a:rPr>
              <a:t>4-IMPLÉMENTATION</a:t>
            </a:r>
            <a:endParaRPr b="1" sz="1200">
              <a:solidFill>
                <a:schemeClr val="lt1"/>
              </a:solidFill>
              <a:latin typeface="Chakra Petch"/>
              <a:ea typeface="Chakra Petch"/>
              <a:cs typeface="Chakra Petch"/>
              <a:sym typeface="Chakra Petch"/>
            </a:endParaRPr>
          </a:p>
        </p:txBody>
      </p:sp>
      <p:sp>
        <p:nvSpPr>
          <p:cNvPr id="734" name="Google Shape;734;p62"/>
          <p:cNvSpPr txBox="1"/>
          <p:nvPr/>
        </p:nvSpPr>
        <p:spPr>
          <a:xfrm>
            <a:off x="10503658" y="464267"/>
            <a:ext cx="953700" cy="446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US" sz="1300">
                <a:solidFill>
                  <a:schemeClr val="dk1"/>
                </a:solidFill>
                <a:latin typeface="Montserrat"/>
                <a:ea typeface="Montserrat"/>
                <a:cs typeface="Montserrat"/>
                <a:sym typeface="Montserrat"/>
              </a:rPr>
              <a:t>2 mois</a:t>
            </a:r>
            <a:endParaRPr b="1" sz="1300">
              <a:solidFill>
                <a:schemeClr val="dk1"/>
              </a:solidFill>
              <a:latin typeface="Montserrat"/>
              <a:ea typeface="Montserrat"/>
              <a:cs typeface="Montserrat"/>
              <a:sym typeface="Montserrat"/>
            </a:endParaRPr>
          </a:p>
        </p:txBody>
      </p:sp>
      <p:cxnSp>
        <p:nvCxnSpPr>
          <p:cNvPr id="735" name="Google Shape;735;p62"/>
          <p:cNvCxnSpPr/>
          <p:nvPr/>
        </p:nvCxnSpPr>
        <p:spPr>
          <a:xfrm>
            <a:off x="5103571" y="878011"/>
            <a:ext cx="2337900" cy="0"/>
          </a:xfrm>
          <a:prstGeom prst="straightConnector1">
            <a:avLst/>
          </a:prstGeom>
          <a:noFill/>
          <a:ln cap="flat" cmpd="sng" w="12700">
            <a:solidFill>
              <a:schemeClr val="accent5"/>
            </a:solidFill>
            <a:prstDash val="solid"/>
            <a:round/>
            <a:headEnd len="med" w="med" type="diamond"/>
            <a:tailEnd len="med" w="med" type="triangle"/>
          </a:ln>
        </p:spPr>
      </p:cxnSp>
      <p:sp>
        <p:nvSpPr>
          <p:cNvPr id="736" name="Google Shape;736;p62"/>
          <p:cNvSpPr txBox="1"/>
          <p:nvPr/>
        </p:nvSpPr>
        <p:spPr>
          <a:xfrm>
            <a:off x="5222940" y="643267"/>
            <a:ext cx="2283900" cy="1857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300">
                <a:solidFill>
                  <a:srgbClr val="ED1654"/>
                </a:solidFill>
                <a:latin typeface="Montserrat"/>
                <a:ea typeface="Montserrat"/>
                <a:cs typeface="Montserrat"/>
                <a:sym typeface="Montserrat"/>
              </a:rPr>
              <a:t>5 semaines</a:t>
            </a:r>
            <a:endParaRPr b="1" sz="1300">
              <a:solidFill>
                <a:srgbClr val="ED1654"/>
              </a:solidFill>
              <a:latin typeface="Montserrat"/>
              <a:ea typeface="Montserrat"/>
              <a:cs typeface="Montserrat"/>
              <a:sym typeface="Montserrat"/>
            </a:endParaRPr>
          </a:p>
        </p:txBody>
      </p:sp>
      <p:cxnSp>
        <p:nvCxnSpPr>
          <p:cNvPr id="737" name="Google Shape;737;p62"/>
          <p:cNvCxnSpPr/>
          <p:nvPr/>
        </p:nvCxnSpPr>
        <p:spPr>
          <a:xfrm>
            <a:off x="7439762" y="878011"/>
            <a:ext cx="2183400" cy="8100"/>
          </a:xfrm>
          <a:prstGeom prst="straightConnector1">
            <a:avLst/>
          </a:prstGeom>
          <a:noFill/>
          <a:ln cap="flat" cmpd="sng" w="12700">
            <a:solidFill>
              <a:schemeClr val="accent5"/>
            </a:solidFill>
            <a:prstDash val="solid"/>
            <a:round/>
            <a:headEnd len="med" w="med" type="diamond"/>
            <a:tailEnd len="med" w="med" type="triangle"/>
          </a:ln>
        </p:spPr>
      </p:cxnSp>
      <p:sp>
        <p:nvSpPr>
          <p:cNvPr id="738" name="Google Shape;738;p62"/>
          <p:cNvSpPr txBox="1"/>
          <p:nvPr/>
        </p:nvSpPr>
        <p:spPr>
          <a:xfrm>
            <a:off x="7573627" y="643283"/>
            <a:ext cx="2283900" cy="1857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US" sz="1300">
                <a:solidFill>
                  <a:srgbClr val="ED1654"/>
                </a:solidFill>
                <a:latin typeface="Montserrat"/>
                <a:ea typeface="Montserrat"/>
                <a:cs typeface="Montserrat"/>
                <a:sym typeface="Montserrat"/>
              </a:rPr>
              <a:t>3 semaines</a:t>
            </a:r>
            <a:endParaRPr b="1" sz="1300">
              <a:solidFill>
                <a:srgbClr val="ED1654"/>
              </a:solidFill>
              <a:latin typeface="Montserrat"/>
              <a:ea typeface="Montserrat"/>
              <a:cs typeface="Montserrat"/>
              <a:sym typeface="Montserrat"/>
            </a:endParaRPr>
          </a:p>
        </p:txBody>
      </p:sp>
      <p:cxnSp>
        <p:nvCxnSpPr>
          <p:cNvPr id="739" name="Google Shape;739;p62"/>
          <p:cNvCxnSpPr/>
          <p:nvPr/>
        </p:nvCxnSpPr>
        <p:spPr>
          <a:xfrm>
            <a:off x="9674380" y="878011"/>
            <a:ext cx="2337900" cy="0"/>
          </a:xfrm>
          <a:prstGeom prst="straightConnector1">
            <a:avLst/>
          </a:prstGeom>
          <a:noFill/>
          <a:ln cap="flat" cmpd="sng" w="12700">
            <a:solidFill>
              <a:schemeClr val="accent5"/>
            </a:solidFill>
            <a:prstDash val="solid"/>
            <a:round/>
            <a:headEnd len="med" w="med" type="diamond"/>
            <a:tailEnd len="med" w="med" type="triangle"/>
          </a:ln>
        </p:spPr>
      </p:cxnSp>
      <p:sp>
        <p:nvSpPr>
          <p:cNvPr id="740" name="Google Shape;740;p62"/>
          <p:cNvSpPr/>
          <p:nvPr/>
        </p:nvSpPr>
        <p:spPr>
          <a:xfrm>
            <a:off x="383200" y="5804001"/>
            <a:ext cx="11450093" cy="286045"/>
          </a:xfrm>
          <a:custGeom>
            <a:rect b="b" l="l" r="r" t="t"/>
            <a:pathLst>
              <a:path extrusionOk="0" h="224790" w="2153285">
                <a:moveTo>
                  <a:pt x="2152802" y="0"/>
                </a:moveTo>
                <a:lnTo>
                  <a:pt x="0" y="0"/>
                </a:lnTo>
                <a:lnTo>
                  <a:pt x="0" y="224726"/>
                </a:lnTo>
                <a:lnTo>
                  <a:pt x="2152802" y="224726"/>
                </a:lnTo>
                <a:lnTo>
                  <a:pt x="2152802" y="0"/>
                </a:lnTo>
                <a:close/>
              </a:path>
            </a:pathLst>
          </a:cu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200">
                <a:solidFill>
                  <a:schemeClr val="lt1"/>
                </a:solidFill>
                <a:latin typeface="Chakra Petch"/>
                <a:ea typeface="Chakra Petch"/>
                <a:cs typeface="Chakra Petch"/>
                <a:sym typeface="Chakra Petch"/>
              </a:rPr>
              <a:t>  GOUVERNANCE</a:t>
            </a:r>
            <a:endParaRPr b="1" sz="1200">
              <a:solidFill>
                <a:schemeClr val="lt1"/>
              </a:solidFill>
              <a:latin typeface="Chakra Petch"/>
              <a:ea typeface="Chakra Petch"/>
              <a:cs typeface="Chakra Petch"/>
              <a:sym typeface="Chakra Petch"/>
            </a:endParaRPr>
          </a:p>
        </p:txBody>
      </p:sp>
      <p:sp>
        <p:nvSpPr>
          <p:cNvPr id="741" name="Google Shape;741;p62"/>
          <p:cNvSpPr/>
          <p:nvPr/>
        </p:nvSpPr>
        <p:spPr>
          <a:xfrm>
            <a:off x="9750577" y="6191833"/>
            <a:ext cx="2051004" cy="638966"/>
          </a:xfrm>
          <a:custGeom>
            <a:rect b="b" l="l" r="r" t="t"/>
            <a:pathLst>
              <a:path extrusionOk="0" h="224790" w="2153285">
                <a:moveTo>
                  <a:pt x="2152802" y="0"/>
                </a:moveTo>
                <a:lnTo>
                  <a:pt x="0" y="0"/>
                </a:lnTo>
                <a:lnTo>
                  <a:pt x="0" y="224726"/>
                </a:lnTo>
                <a:lnTo>
                  <a:pt x="2152802" y="224726"/>
                </a:lnTo>
                <a:lnTo>
                  <a:pt x="2152802" y="0"/>
                </a:lnTo>
                <a:close/>
              </a:path>
            </a:pathLst>
          </a:custGeom>
          <a:solidFill>
            <a:schemeClr val="lt1"/>
          </a:solidFill>
          <a:ln cap="flat" cmpd="sng" w="9525">
            <a:solidFill>
              <a:schemeClr val="dk1"/>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1"/>
              </a:buClr>
              <a:buSzPts val="900"/>
              <a:buFont typeface="Inter"/>
              <a:buChar char="●"/>
            </a:pPr>
            <a:r>
              <a:rPr lang="en-US" sz="900">
                <a:solidFill>
                  <a:schemeClr val="dk1"/>
                </a:solidFill>
                <a:latin typeface="Inter"/>
                <a:ea typeface="Inter"/>
                <a:cs typeface="Inter"/>
                <a:sym typeface="Inter"/>
              </a:rPr>
              <a:t>Tableau de bord “Suivi des projets”</a:t>
            </a:r>
            <a:endParaRPr sz="900">
              <a:solidFill>
                <a:schemeClr val="dk1"/>
              </a:solidFill>
              <a:latin typeface="Inter"/>
              <a:ea typeface="Inter"/>
              <a:cs typeface="Inter"/>
              <a:sym typeface="Inter"/>
            </a:endParaRPr>
          </a:p>
          <a:p>
            <a:pPr indent="-133350" lvl="0" marL="139700" marR="0" rtl="0" algn="l">
              <a:spcBef>
                <a:spcPts val="0"/>
              </a:spcBef>
              <a:spcAft>
                <a:spcPts val="0"/>
              </a:spcAft>
              <a:buClr>
                <a:schemeClr val="dk1"/>
              </a:buClr>
              <a:buSzPts val="900"/>
              <a:buFont typeface="Inter"/>
              <a:buChar char="●"/>
            </a:pPr>
            <a:r>
              <a:rPr lang="en-US" sz="900">
                <a:solidFill>
                  <a:schemeClr val="dk1"/>
                </a:solidFill>
                <a:latin typeface="Inter"/>
                <a:ea typeface="Inter"/>
                <a:cs typeface="Inter"/>
                <a:sym typeface="Inter"/>
              </a:rPr>
              <a:t>Processus simplifié "Gestion des demandes"</a:t>
            </a:r>
            <a:endParaRPr b="1" sz="900">
              <a:solidFill>
                <a:schemeClr val="dk1"/>
              </a:solidFill>
              <a:latin typeface="Inter"/>
              <a:ea typeface="Inter"/>
              <a:cs typeface="Inter"/>
              <a:sym typeface="Inter"/>
            </a:endParaRPr>
          </a:p>
        </p:txBody>
      </p:sp>
      <p:sp>
        <p:nvSpPr>
          <p:cNvPr id="742" name="Google Shape;742;p62"/>
          <p:cNvSpPr/>
          <p:nvPr/>
        </p:nvSpPr>
        <p:spPr>
          <a:xfrm>
            <a:off x="5171653" y="6191833"/>
            <a:ext cx="2158668" cy="638966"/>
          </a:xfrm>
          <a:custGeom>
            <a:rect b="b" l="l" r="r" t="t"/>
            <a:pathLst>
              <a:path extrusionOk="0" h="224790" w="2153285">
                <a:moveTo>
                  <a:pt x="2152802" y="0"/>
                </a:moveTo>
                <a:lnTo>
                  <a:pt x="0" y="0"/>
                </a:lnTo>
                <a:lnTo>
                  <a:pt x="0" y="224726"/>
                </a:lnTo>
                <a:lnTo>
                  <a:pt x="2152802" y="224726"/>
                </a:lnTo>
                <a:lnTo>
                  <a:pt x="2152802" y="0"/>
                </a:lnTo>
                <a:close/>
              </a:path>
            </a:pathLst>
          </a:custGeom>
          <a:solidFill>
            <a:schemeClr val="lt1"/>
          </a:solidFill>
          <a:ln cap="flat" cmpd="sng" w="9525">
            <a:solidFill>
              <a:schemeClr val="dk1"/>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1"/>
              </a:buClr>
              <a:buSzPts val="900"/>
              <a:buFont typeface="Inter"/>
              <a:buChar char="●"/>
            </a:pPr>
            <a:r>
              <a:rPr lang="en-US" sz="900">
                <a:solidFill>
                  <a:schemeClr val="dk1"/>
                </a:solidFill>
                <a:latin typeface="Inter"/>
                <a:ea typeface="Inter"/>
                <a:cs typeface="Inter"/>
                <a:sym typeface="Inter"/>
              </a:rPr>
              <a:t>COPIL (hebdo)</a:t>
            </a:r>
            <a:endParaRPr sz="900">
              <a:solidFill>
                <a:schemeClr val="dk1"/>
              </a:solidFill>
              <a:latin typeface="Inter"/>
              <a:ea typeface="Inter"/>
              <a:cs typeface="Inter"/>
              <a:sym typeface="Inter"/>
            </a:endParaRPr>
          </a:p>
          <a:p>
            <a:pPr indent="-133350" lvl="0" marL="139700" marR="0" rtl="0" algn="l">
              <a:spcBef>
                <a:spcPts val="0"/>
              </a:spcBef>
              <a:spcAft>
                <a:spcPts val="0"/>
              </a:spcAft>
              <a:buClr>
                <a:schemeClr val="dk1"/>
              </a:buClr>
              <a:buSzPts val="900"/>
              <a:buFont typeface="Inter"/>
              <a:buChar char="●"/>
            </a:pPr>
            <a:r>
              <a:rPr lang="en-US" sz="900">
                <a:solidFill>
                  <a:schemeClr val="dk1"/>
                </a:solidFill>
                <a:latin typeface="Inter"/>
                <a:ea typeface="Inter"/>
                <a:cs typeface="Inter"/>
                <a:sym typeface="Inter"/>
              </a:rPr>
              <a:t>Comités de suivi (bi-hebdo)</a:t>
            </a:r>
            <a:endParaRPr sz="900">
              <a:solidFill>
                <a:schemeClr val="dk1"/>
              </a:solidFill>
              <a:latin typeface="Inter"/>
              <a:ea typeface="Inter"/>
              <a:cs typeface="Inter"/>
              <a:sym typeface="Inter"/>
            </a:endParaRPr>
          </a:p>
        </p:txBody>
      </p:sp>
      <p:sp>
        <p:nvSpPr>
          <p:cNvPr id="743" name="Google Shape;743;p62"/>
          <p:cNvSpPr/>
          <p:nvPr/>
        </p:nvSpPr>
        <p:spPr>
          <a:xfrm>
            <a:off x="7433364" y="6191833"/>
            <a:ext cx="2158668" cy="638966"/>
          </a:xfrm>
          <a:custGeom>
            <a:rect b="b" l="l" r="r" t="t"/>
            <a:pathLst>
              <a:path extrusionOk="0" h="224790" w="2153285">
                <a:moveTo>
                  <a:pt x="2152802" y="0"/>
                </a:moveTo>
                <a:lnTo>
                  <a:pt x="0" y="0"/>
                </a:lnTo>
                <a:lnTo>
                  <a:pt x="0" y="224726"/>
                </a:lnTo>
                <a:lnTo>
                  <a:pt x="2152802" y="224726"/>
                </a:lnTo>
                <a:lnTo>
                  <a:pt x="2152802" y="0"/>
                </a:lnTo>
                <a:close/>
              </a:path>
            </a:pathLst>
          </a:custGeom>
          <a:solidFill>
            <a:schemeClr val="lt1"/>
          </a:solidFill>
          <a:ln cap="flat" cmpd="sng" w="9525">
            <a:solidFill>
              <a:schemeClr val="dk1"/>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chemeClr val="dk1"/>
              </a:buClr>
              <a:buSzPts val="900"/>
              <a:buFont typeface="Inter"/>
              <a:buChar char="●"/>
            </a:pPr>
            <a:r>
              <a:rPr lang="en-US" sz="900">
                <a:solidFill>
                  <a:schemeClr val="dk1"/>
                </a:solidFill>
                <a:latin typeface="Inter"/>
                <a:ea typeface="Inter"/>
                <a:cs typeface="Inter"/>
                <a:sym typeface="Inter"/>
              </a:rPr>
              <a:t>COPIL (hebdo)</a:t>
            </a:r>
            <a:endParaRPr sz="900">
              <a:solidFill>
                <a:schemeClr val="dk1"/>
              </a:solidFill>
              <a:latin typeface="Inter"/>
              <a:ea typeface="Inter"/>
              <a:cs typeface="Inter"/>
              <a:sym typeface="Inter"/>
            </a:endParaRPr>
          </a:p>
          <a:p>
            <a:pPr indent="-133350" lvl="0" marL="139700" marR="0" rtl="0" algn="l">
              <a:lnSpc>
                <a:spcPct val="100000"/>
              </a:lnSpc>
              <a:spcBef>
                <a:spcPts val="0"/>
              </a:spcBef>
              <a:spcAft>
                <a:spcPts val="0"/>
              </a:spcAft>
              <a:buClr>
                <a:schemeClr val="dk1"/>
              </a:buClr>
              <a:buSzPts val="900"/>
              <a:buFont typeface="Inter"/>
              <a:buChar char="●"/>
            </a:pPr>
            <a:r>
              <a:rPr lang="en-US" sz="900">
                <a:solidFill>
                  <a:schemeClr val="dk1"/>
                </a:solidFill>
                <a:latin typeface="Inter"/>
                <a:ea typeface="Inter"/>
                <a:cs typeface="Inter"/>
                <a:sym typeface="Inter"/>
              </a:rPr>
              <a:t>Comités de suivi (bi-hebdo)</a:t>
            </a:r>
            <a:endParaRPr sz="900">
              <a:solidFill>
                <a:schemeClr val="dk1"/>
              </a:solidFill>
              <a:latin typeface="Inter"/>
              <a:ea typeface="Inter"/>
              <a:cs typeface="Inter"/>
              <a:sym typeface="Inter"/>
            </a:endParaRPr>
          </a:p>
          <a:p>
            <a:pPr indent="-133350" lvl="0" marL="139700" marR="0" rtl="0" algn="l">
              <a:lnSpc>
                <a:spcPct val="100000"/>
              </a:lnSpc>
              <a:spcBef>
                <a:spcPts val="0"/>
              </a:spcBef>
              <a:spcAft>
                <a:spcPts val="0"/>
              </a:spcAft>
              <a:buClr>
                <a:schemeClr val="dk1"/>
              </a:buClr>
              <a:buSzPts val="900"/>
              <a:buFont typeface="Inter"/>
              <a:buChar char="●"/>
            </a:pPr>
            <a:r>
              <a:rPr lang="en-US" sz="900">
                <a:solidFill>
                  <a:schemeClr val="dk1"/>
                </a:solidFill>
                <a:latin typeface="Inter"/>
                <a:ea typeface="Inter"/>
                <a:cs typeface="Inter"/>
                <a:sym typeface="Inter"/>
              </a:rPr>
              <a:t>Quick Wins</a:t>
            </a:r>
            <a:endParaRPr sz="900">
              <a:solidFill>
                <a:schemeClr val="dk1"/>
              </a:solidFill>
              <a:latin typeface="Inter"/>
              <a:ea typeface="Inter"/>
              <a:cs typeface="Inter"/>
              <a:sym typeface="Inter"/>
            </a:endParaRPr>
          </a:p>
        </p:txBody>
      </p:sp>
      <p:sp>
        <p:nvSpPr>
          <p:cNvPr id="744" name="Google Shape;744;p62"/>
          <p:cNvSpPr/>
          <p:nvPr/>
        </p:nvSpPr>
        <p:spPr>
          <a:xfrm>
            <a:off x="397563" y="6191833"/>
            <a:ext cx="2282482" cy="638966"/>
          </a:xfrm>
          <a:custGeom>
            <a:rect b="b" l="l" r="r" t="t"/>
            <a:pathLst>
              <a:path extrusionOk="0" h="224790" w="2153285">
                <a:moveTo>
                  <a:pt x="2152802" y="0"/>
                </a:moveTo>
                <a:lnTo>
                  <a:pt x="0" y="0"/>
                </a:lnTo>
                <a:lnTo>
                  <a:pt x="0" y="224726"/>
                </a:lnTo>
                <a:lnTo>
                  <a:pt x="2152802" y="224726"/>
                </a:lnTo>
                <a:lnTo>
                  <a:pt x="2152802" y="0"/>
                </a:lnTo>
                <a:close/>
              </a:path>
            </a:pathLst>
          </a:custGeom>
          <a:solidFill>
            <a:schemeClr val="lt1"/>
          </a:solidFill>
          <a:ln cap="flat" cmpd="sng" w="9525">
            <a:solidFill>
              <a:schemeClr val="dk1"/>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1"/>
              </a:buClr>
              <a:buSzPts val="900"/>
              <a:buFont typeface="Inter"/>
              <a:buChar char="●"/>
            </a:pPr>
            <a:r>
              <a:rPr lang="en-US" sz="900">
                <a:solidFill>
                  <a:schemeClr val="dk1"/>
                </a:solidFill>
                <a:latin typeface="Inter"/>
                <a:ea typeface="Inter"/>
                <a:cs typeface="Inter"/>
                <a:sym typeface="Inter"/>
              </a:rPr>
              <a:t>Alignement ComEx</a:t>
            </a:r>
            <a:endParaRPr b="1" sz="900">
              <a:solidFill>
                <a:schemeClr val="dk1"/>
              </a:solidFill>
              <a:latin typeface="Inter"/>
              <a:ea typeface="Inter"/>
              <a:cs typeface="Inter"/>
              <a:sym typeface="Inter"/>
            </a:endParaRPr>
          </a:p>
        </p:txBody>
      </p:sp>
      <p:sp>
        <p:nvSpPr>
          <p:cNvPr id="745" name="Google Shape;745;p62"/>
          <p:cNvSpPr/>
          <p:nvPr/>
        </p:nvSpPr>
        <p:spPr>
          <a:xfrm>
            <a:off x="2784608" y="6191833"/>
            <a:ext cx="2282482" cy="638966"/>
          </a:xfrm>
          <a:custGeom>
            <a:rect b="b" l="l" r="r" t="t"/>
            <a:pathLst>
              <a:path extrusionOk="0" h="224790" w="2153285">
                <a:moveTo>
                  <a:pt x="2152802" y="0"/>
                </a:moveTo>
                <a:lnTo>
                  <a:pt x="0" y="0"/>
                </a:lnTo>
                <a:lnTo>
                  <a:pt x="0" y="224726"/>
                </a:lnTo>
                <a:lnTo>
                  <a:pt x="2152802" y="224726"/>
                </a:lnTo>
                <a:lnTo>
                  <a:pt x="2152802" y="0"/>
                </a:lnTo>
                <a:close/>
              </a:path>
            </a:pathLst>
          </a:custGeom>
          <a:solidFill>
            <a:schemeClr val="lt1"/>
          </a:solidFill>
          <a:ln cap="flat" cmpd="sng" w="9525">
            <a:solidFill>
              <a:schemeClr val="dk1"/>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1"/>
              </a:buClr>
              <a:buSzPts val="900"/>
              <a:buFont typeface="Inter"/>
              <a:buChar char="●"/>
            </a:pPr>
            <a:r>
              <a:rPr lang="en-US" sz="900">
                <a:solidFill>
                  <a:schemeClr val="dk1"/>
                </a:solidFill>
                <a:latin typeface="Inter"/>
                <a:ea typeface="Inter"/>
                <a:cs typeface="Inter"/>
                <a:sym typeface="Inter"/>
              </a:rPr>
              <a:t>Modèle de gouvernance hebdomadaire ComEx</a:t>
            </a:r>
            <a:endParaRPr b="1" sz="900">
              <a:solidFill>
                <a:schemeClr val="dk1"/>
              </a:solidFill>
              <a:latin typeface="Inter"/>
              <a:ea typeface="Inter"/>
              <a:cs typeface="Inter"/>
              <a:sym typeface="Inter"/>
            </a:endParaRPr>
          </a:p>
        </p:txBody>
      </p:sp>
      <p:sp>
        <p:nvSpPr>
          <p:cNvPr id="746" name="Google Shape;746;p62"/>
          <p:cNvSpPr/>
          <p:nvPr/>
        </p:nvSpPr>
        <p:spPr>
          <a:xfrm>
            <a:off x="390365" y="1421233"/>
            <a:ext cx="11439327" cy="286045"/>
          </a:xfrm>
          <a:custGeom>
            <a:rect b="b" l="l" r="r" t="t"/>
            <a:pathLst>
              <a:path extrusionOk="0" h="224790" w="2153285">
                <a:moveTo>
                  <a:pt x="2152802" y="0"/>
                </a:moveTo>
                <a:lnTo>
                  <a:pt x="0" y="0"/>
                </a:lnTo>
                <a:lnTo>
                  <a:pt x="0" y="224726"/>
                </a:lnTo>
                <a:lnTo>
                  <a:pt x="2152802" y="224726"/>
                </a:lnTo>
                <a:lnTo>
                  <a:pt x="2152802" y="0"/>
                </a:lnTo>
                <a:close/>
              </a:path>
            </a:pathLst>
          </a:cu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200">
                <a:solidFill>
                  <a:schemeClr val="lt1"/>
                </a:solidFill>
                <a:latin typeface="Chakra Petch"/>
                <a:ea typeface="Chakra Petch"/>
                <a:cs typeface="Chakra Petch"/>
                <a:sym typeface="Chakra Petch"/>
              </a:rPr>
              <a:t>TOM / STRATÉGIE DE DELIVERY</a:t>
            </a:r>
            <a:endParaRPr b="1" sz="1200">
              <a:solidFill>
                <a:schemeClr val="lt1"/>
              </a:solidFill>
              <a:latin typeface="Chakra Petch"/>
              <a:ea typeface="Chakra Petch"/>
              <a:cs typeface="Chakra Petch"/>
              <a:sym typeface="Chakra Petch"/>
            </a:endParaRPr>
          </a:p>
        </p:txBody>
      </p:sp>
      <p:sp>
        <p:nvSpPr>
          <p:cNvPr id="747" name="Google Shape;747;p62"/>
          <p:cNvSpPr/>
          <p:nvPr/>
        </p:nvSpPr>
        <p:spPr>
          <a:xfrm>
            <a:off x="390365" y="4190459"/>
            <a:ext cx="11439327" cy="286045"/>
          </a:xfrm>
          <a:custGeom>
            <a:rect b="b" l="l" r="r" t="t"/>
            <a:pathLst>
              <a:path extrusionOk="0" h="224790" w="2153285">
                <a:moveTo>
                  <a:pt x="2152802" y="0"/>
                </a:moveTo>
                <a:lnTo>
                  <a:pt x="0" y="0"/>
                </a:lnTo>
                <a:lnTo>
                  <a:pt x="0" y="224726"/>
                </a:lnTo>
                <a:lnTo>
                  <a:pt x="2152802" y="224726"/>
                </a:lnTo>
                <a:lnTo>
                  <a:pt x="2152802" y="0"/>
                </a:lnTo>
                <a:close/>
              </a:path>
            </a:pathLst>
          </a:cu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200">
                <a:solidFill>
                  <a:schemeClr val="lt1"/>
                </a:solidFill>
                <a:latin typeface="Chakra Petch"/>
                <a:ea typeface="Chakra Petch"/>
                <a:cs typeface="Chakra Petch"/>
                <a:sym typeface="Chakra Petch"/>
              </a:rPr>
              <a:t>LIVRABLES &amp; OUTCOMES OPÉRATIONNELS</a:t>
            </a:r>
            <a:endParaRPr b="1" sz="1200">
              <a:solidFill>
                <a:schemeClr val="lt1"/>
              </a:solidFill>
              <a:latin typeface="Chakra Petch"/>
              <a:ea typeface="Chakra Petch"/>
              <a:cs typeface="Chakra Petch"/>
              <a:sym typeface="Chakra Petch"/>
            </a:endParaRPr>
          </a:p>
        </p:txBody>
      </p:sp>
      <p:sp>
        <p:nvSpPr>
          <p:cNvPr id="748" name="Google Shape;748;p62"/>
          <p:cNvSpPr txBox="1"/>
          <p:nvPr/>
        </p:nvSpPr>
        <p:spPr>
          <a:xfrm>
            <a:off x="2785009" y="5069363"/>
            <a:ext cx="4546500" cy="639300"/>
          </a:xfrm>
          <a:prstGeom prst="rect">
            <a:avLst/>
          </a:prstGeom>
          <a:gradFill>
            <a:gsLst>
              <a:gs pos="0">
                <a:schemeClr val="accent3"/>
              </a:gs>
              <a:gs pos="25000">
                <a:schemeClr val="accent1"/>
              </a:gs>
              <a:gs pos="75000">
                <a:srgbClr val="4C515B"/>
              </a:gs>
              <a:gs pos="100000">
                <a:srgbClr val="4C515B"/>
              </a:gs>
            </a:gsLst>
            <a:lin ang="10800025" scaled="0"/>
          </a:gradFill>
          <a:ln>
            <a:noFill/>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chemeClr val="lt1"/>
              </a:buClr>
              <a:buSzPts val="900"/>
              <a:buFont typeface="Inter"/>
              <a:buChar char="●"/>
            </a:pPr>
            <a:r>
              <a:rPr lang="en-US" sz="900">
                <a:solidFill>
                  <a:schemeClr val="lt1"/>
                </a:solidFill>
                <a:latin typeface="Inter"/>
                <a:ea typeface="Inter"/>
                <a:cs typeface="Inter"/>
                <a:sym typeface="Inter"/>
              </a:rPr>
              <a:t>OM actuel (process, acteurs, ownerships)</a:t>
            </a:r>
            <a:endParaRPr sz="900">
              <a:solidFill>
                <a:schemeClr val="lt1"/>
              </a:solidFill>
              <a:latin typeface="Inter"/>
              <a:ea typeface="Inter"/>
              <a:cs typeface="Inter"/>
              <a:sym typeface="Inter"/>
            </a:endParaRPr>
          </a:p>
          <a:p>
            <a:pPr indent="-133350" lvl="0" marL="139700" marR="0" rtl="0" algn="l">
              <a:lnSpc>
                <a:spcPct val="100000"/>
              </a:lnSpc>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Cartographie des chaînes de valeur des potentiels pilotes </a:t>
            </a:r>
            <a:br>
              <a:rPr lang="en-US" sz="900">
                <a:solidFill>
                  <a:schemeClr val="lt1"/>
                </a:solidFill>
                <a:latin typeface="Inter"/>
                <a:ea typeface="Inter"/>
                <a:cs typeface="Inter"/>
                <a:sym typeface="Inter"/>
              </a:rPr>
            </a:br>
            <a:r>
              <a:rPr lang="en-US" sz="900">
                <a:solidFill>
                  <a:schemeClr val="lt1"/>
                </a:solidFill>
                <a:latin typeface="Inter"/>
                <a:ea typeface="Inter"/>
                <a:cs typeface="Inter"/>
                <a:sym typeface="Inter"/>
              </a:rPr>
              <a:t>(ex : “NACRE” et “SAE St Nazaire”)</a:t>
            </a:r>
            <a:endParaRPr sz="900">
              <a:solidFill>
                <a:schemeClr val="lt1"/>
              </a:solidFill>
              <a:latin typeface="Inter"/>
              <a:ea typeface="Inter"/>
              <a:cs typeface="Inter"/>
              <a:sym typeface="Inter"/>
            </a:endParaRPr>
          </a:p>
          <a:p>
            <a:pPr indent="-133350" lvl="0" marL="139700" marR="0" rtl="0" algn="l">
              <a:lnSpc>
                <a:spcPct val="100000"/>
              </a:lnSpc>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Identification des quick wins</a:t>
            </a:r>
            <a:endParaRPr sz="900">
              <a:solidFill>
                <a:schemeClr val="lt1"/>
              </a:solidFill>
              <a:latin typeface="Inter"/>
              <a:ea typeface="Inter"/>
              <a:cs typeface="Inter"/>
              <a:sym typeface="Inter"/>
            </a:endParaRPr>
          </a:p>
        </p:txBody>
      </p:sp>
      <p:sp>
        <p:nvSpPr>
          <p:cNvPr id="749" name="Google Shape;749;p62"/>
          <p:cNvSpPr txBox="1"/>
          <p:nvPr/>
        </p:nvSpPr>
        <p:spPr>
          <a:xfrm>
            <a:off x="7437130" y="5069361"/>
            <a:ext cx="2160300" cy="639300"/>
          </a:xfrm>
          <a:prstGeom prst="rect">
            <a:avLst/>
          </a:prstGeom>
          <a:solidFill>
            <a:schemeClr val="dk2"/>
          </a:solidFill>
          <a:ln>
            <a:noFill/>
          </a:ln>
        </p:spPr>
        <p:txBody>
          <a:bodyPr anchorCtr="0" anchor="t" bIns="72000" lIns="72000" spcFirstLastPara="1" rIns="0" wrap="square" tIns="72000">
            <a:noAutofit/>
          </a:bodyPr>
          <a:lstStyle/>
          <a:p>
            <a:pPr indent="-133350" lvl="0" marL="139700" marR="0" rtl="0" algn="l">
              <a:spcBef>
                <a:spcPts val="400"/>
              </a:spcBef>
              <a:spcAft>
                <a:spcPts val="0"/>
              </a:spcAft>
              <a:buClr>
                <a:srgbClr val="FFFFFF"/>
              </a:buClr>
              <a:buSzPts val="900"/>
              <a:buFont typeface="Inter"/>
              <a:buChar char="●"/>
            </a:pPr>
            <a:r>
              <a:rPr lang="en-US" sz="900">
                <a:solidFill>
                  <a:srgbClr val="FFFFFF"/>
                </a:solidFill>
                <a:latin typeface="Inter"/>
                <a:ea typeface="Inter"/>
                <a:cs typeface="Inter"/>
                <a:sym typeface="Inter"/>
              </a:rPr>
              <a:t>Formation des équipes pilote</a:t>
            </a:r>
            <a:endParaRPr sz="900">
              <a:solidFill>
                <a:srgbClr val="FFFFFF"/>
              </a:solidFill>
              <a:latin typeface="Inter"/>
              <a:ea typeface="Inter"/>
              <a:cs typeface="Inter"/>
              <a:sym typeface="Inter"/>
            </a:endParaRPr>
          </a:p>
        </p:txBody>
      </p:sp>
      <p:sp>
        <p:nvSpPr>
          <p:cNvPr id="750" name="Google Shape;750;p62"/>
          <p:cNvSpPr txBox="1"/>
          <p:nvPr/>
        </p:nvSpPr>
        <p:spPr>
          <a:xfrm>
            <a:off x="397163" y="5069361"/>
            <a:ext cx="2283900" cy="639300"/>
          </a:xfrm>
          <a:prstGeom prst="rect">
            <a:avLst/>
          </a:prstGeom>
          <a:solidFill>
            <a:srgbClr val="62656F"/>
          </a:solidFill>
          <a:ln>
            <a:noFill/>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chemeClr val="lt1"/>
              </a:buClr>
              <a:buSzPts val="900"/>
              <a:buFont typeface="Inter"/>
              <a:buChar char="●"/>
            </a:pPr>
            <a:r>
              <a:rPr lang="en-US" sz="900">
                <a:solidFill>
                  <a:schemeClr val="lt1"/>
                </a:solidFill>
                <a:latin typeface="Inter"/>
                <a:ea typeface="Inter"/>
                <a:cs typeface="Inter"/>
                <a:sym typeface="Inter"/>
              </a:rPr>
              <a:t>Cadre de delivery actuel</a:t>
            </a:r>
            <a:endParaRPr sz="900">
              <a:solidFill>
                <a:schemeClr val="lt1"/>
              </a:solidFill>
              <a:latin typeface="Inter"/>
              <a:ea typeface="Inter"/>
              <a:cs typeface="Inter"/>
              <a:sym typeface="Inter"/>
            </a:endParaRPr>
          </a:p>
          <a:p>
            <a:pPr indent="-133350" lvl="0" marL="139700" marR="0" rtl="0" algn="l">
              <a:lnSpc>
                <a:spcPct val="100000"/>
              </a:lnSpc>
              <a:spcBef>
                <a:spcPts val="0"/>
              </a:spcBef>
              <a:spcAft>
                <a:spcPts val="0"/>
              </a:spcAft>
              <a:buClr>
                <a:schemeClr val="lt1"/>
              </a:buClr>
              <a:buSzPts val="900"/>
              <a:buFont typeface="Inter"/>
              <a:buChar char="●"/>
            </a:pPr>
            <a:r>
              <a:rPr lang="en-US" sz="900">
                <a:solidFill>
                  <a:schemeClr val="lt1"/>
                </a:solidFill>
                <a:latin typeface="Inter"/>
                <a:ea typeface="Inter"/>
                <a:cs typeface="Inter"/>
                <a:sym typeface="Inter"/>
              </a:rPr>
              <a:t>Identification des axes d’amélioration dans le pilotage</a:t>
            </a:r>
            <a:endParaRPr sz="900">
              <a:solidFill>
                <a:schemeClr val="lt1"/>
              </a:solidFill>
              <a:latin typeface="Inter"/>
              <a:ea typeface="Inter"/>
              <a:cs typeface="Inter"/>
              <a:sym typeface="Inter"/>
            </a:endParaRPr>
          </a:p>
        </p:txBody>
      </p:sp>
      <p:sp>
        <p:nvSpPr>
          <p:cNvPr id="751" name="Google Shape;751;p62"/>
          <p:cNvSpPr txBox="1"/>
          <p:nvPr/>
        </p:nvSpPr>
        <p:spPr>
          <a:xfrm>
            <a:off x="9703072" y="5063197"/>
            <a:ext cx="2130900" cy="639300"/>
          </a:xfrm>
          <a:prstGeom prst="rect">
            <a:avLst/>
          </a:prstGeom>
          <a:solidFill>
            <a:schemeClr val="accent2"/>
          </a:solidFill>
          <a:ln>
            <a:noFill/>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rgbClr val="FFFFFF"/>
              </a:buClr>
              <a:buSzPts val="900"/>
              <a:buFont typeface="Inter"/>
              <a:buChar char="●"/>
            </a:pPr>
            <a:r>
              <a:rPr lang="en-US" sz="900">
                <a:solidFill>
                  <a:srgbClr val="FFFFFF"/>
                </a:solidFill>
                <a:latin typeface="Inter"/>
                <a:ea typeface="Inter"/>
                <a:cs typeface="Inter"/>
                <a:sym typeface="Inter"/>
              </a:rPr>
              <a:t>Test &amp; learn</a:t>
            </a:r>
            <a:endParaRPr sz="900">
              <a:solidFill>
                <a:srgbClr val="FFFFFF"/>
              </a:solidFill>
              <a:latin typeface="Inter"/>
              <a:ea typeface="Inter"/>
              <a:cs typeface="Inter"/>
              <a:sym typeface="Inter"/>
            </a:endParaRPr>
          </a:p>
          <a:p>
            <a:pPr indent="-133350" lvl="0" marL="139700" marR="0" rtl="0" algn="l">
              <a:lnSpc>
                <a:spcPct val="100000"/>
              </a:lnSpc>
              <a:spcBef>
                <a:spcPts val="0"/>
              </a:spcBef>
              <a:spcAft>
                <a:spcPts val="0"/>
              </a:spcAft>
              <a:buClr>
                <a:srgbClr val="FFFFFF"/>
              </a:buClr>
              <a:buSzPts val="900"/>
              <a:buFont typeface="Inter"/>
              <a:buChar char="●"/>
            </a:pPr>
            <a:r>
              <a:rPr lang="en-US" sz="900">
                <a:solidFill>
                  <a:srgbClr val="FFFFFF"/>
                </a:solidFill>
                <a:latin typeface="Inter"/>
                <a:ea typeface="Inter"/>
                <a:cs typeface="Inter"/>
                <a:sym typeface="Inter"/>
              </a:rPr>
              <a:t>Adaptation des pratiques aux difficultés en cours de projet</a:t>
            </a:r>
            <a:endParaRPr sz="900">
              <a:solidFill>
                <a:srgbClr val="FFFFFF"/>
              </a:solidFill>
              <a:latin typeface="Inter"/>
              <a:ea typeface="Inter"/>
              <a:cs typeface="Inter"/>
              <a:sym typeface="Inter"/>
            </a:endParaRPr>
          </a:p>
        </p:txBody>
      </p:sp>
      <p:sp>
        <p:nvSpPr>
          <p:cNvPr id="752" name="Google Shape;752;p62"/>
          <p:cNvSpPr txBox="1"/>
          <p:nvPr/>
        </p:nvSpPr>
        <p:spPr>
          <a:xfrm>
            <a:off x="396363" y="3383524"/>
            <a:ext cx="2284500" cy="708300"/>
          </a:xfrm>
          <a:prstGeom prst="rect">
            <a:avLst/>
          </a:prstGeom>
          <a:solidFill>
            <a:schemeClr val="lt1"/>
          </a:solidFill>
          <a:ln cap="flat" cmpd="sng" w="9525">
            <a:solidFill>
              <a:srgbClr val="7A7B85"/>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rgbClr val="7A7B85"/>
              </a:buClr>
              <a:buSzPts val="900"/>
              <a:buFont typeface="Inter"/>
              <a:buChar char="●"/>
            </a:pPr>
            <a:r>
              <a:rPr lang="en-US" sz="900">
                <a:solidFill>
                  <a:srgbClr val="7A7B85"/>
                </a:solidFill>
                <a:latin typeface="Inter"/>
                <a:ea typeface="Inter"/>
                <a:cs typeface="Inter"/>
                <a:sym typeface="Inter"/>
              </a:rPr>
              <a:t>10 interviews + 2 ateliers</a:t>
            </a:r>
            <a:endParaRPr sz="900">
              <a:solidFill>
                <a:srgbClr val="7A7B85"/>
              </a:solidFill>
              <a:latin typeface="Inter"/>
              <a:ea typeface="Inter"/>
              <a:cs typeface="Inter"/>
              <a:sym typeface="Inter"/>
            </a:endParaRPr>
          </a:p>
        </p:txBody>
      </p:sp>
      <p:sp>
        <p:nvSpPr>
          <p:cNvPr id="753" name="Google Shape;753;p62"/>
          <p:cNvSpPr txBox="1"/>
          <p:nvPr/>
        </p:nvSpPr>
        <p:spPr>
          <a:xfrm>
            <a:off x="5172855" y="3380467"/>
            <a:ext cx="2160300" cy="708300"/>
          </a:xfrm>
          <a:prstGeom prst="rect">
            <a:avLst/>
          </a:prstGeom>
          <a:solidFill>
            <a:schemeClr val="lt1"/>
          </a:solidFill>
          <a:ln cap="flat" cmpd="sng" w="9525">
            <a:solidFill>
              <a:schemeClr val="accent3"/>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accent3"/>
              </a:buClr>
              <a:buSzPts val="900"/>
              <a:buFont typeface="Inter"/>
              <a:buChar char="●"/>
            </a:pPr>
            <a:r>
              <a:rPr lang="en-US" sz="900">
                <a:solidFill>
                  <a:schemeClr val="accent3"/>
                </a:solidFill>
                <a:latin typeface="Inter"/>
                <a:ea typeface="Inter"/>
                <a:cs typeface="Inter"/>
                <a:sym typeface="Inter"/>
              </a:rPr>
              <a:t>6 à 7 ateliers de co-construction de 6-8 personnes</a:t>
            </a:r>
            <a:endParaRPr sz="900">
              <a:solidFill>
                <a:schemeClr val="accent3"/>
              </a:solidFill>
              <a:latin typeface="Inter"/>
              <a:ea typeface="Inter"/>
              <a:cs typeface="Inter"/>
              <a:sym typeface="Inter"/>
            </a:endParaRPr>
          </a:p>
          <a:p>
            <a:pPr indent="-133350" lvl="0" marL="139700" marR="0" rtl="0" algn="l">
              <a:spcBef>
                <a:spcPts val="0"/>
              </a:spcBef>
              <a:spcAft>
                <a:spcPts val="0"/>
              </a:spcAft>
              <a:buClr>
                <a:schemeClr val="accent3"/>
              </a:buClr>
              <a:buSzPts val="900"/>
              <a:buFont typeface="Inter"/>
              <a:buChar char="●"/>
            </a:pPr>
            <a:r>
              <a:rPr lang="en-US" sz="900">
                <a:solidFill>
                  <a:schemeClr val="accent3"/>
                </a:solidFill>
                <a:latin typeface="Inter"/>
                <a:ea typeface="Inter"/>
                <a:cs typeface="Inter"/>
                <a:sym typeface="Inter"/>
              </a:rPr>
              <a:t>1 atelier de synthèse et priorisation (ComEx)</a:t>
            </a:r>
            <a:endParaRPr sz="900">
              <a:solidFill>
                <a:schemeClr val="accent3"/>
              </a:solidFill>
              <a:latin typeface="Inter"/>
              <a:ea typeface="Inter"/>
              <a:cs typeface="Inter"/>
              <a:sym typeface="Inter"/>
            </a:endParaRPr>
          </a:p>
        </p:txBody>
      </p:sp>
      <p:sp>
        <p:nvSpPr>
          <p:cNvPr id="754" name="Google Shape;754;p62"/>
          <p:cNvSpPr txBox="1"/>
          <p:nvPr/>
        </p:nvSpPr>
        <p:spPr>
          <a:xfrm>
            <a:off x="2785008" y="3380467"/>
            <a:ext cx="2283900" cy="708300"/>
          </a:xfrm>
          <a:prstGeom prst="rect">
            <a:avLst/>
          </a:prstGeom>
          <a:solidFill>
            <a:schemeClr val="lt1"/>
          </a:solidFill>
          <a:ln cap="flat" cmpd="sng" w="9525">
            <a:solidFill>
              <a:srgbClr val="62656F"/>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rgbClr val="62656F"/>
              </a:buClr>
              <a:buSzPts val="900"/>
              <a:buFont typeface="Inter"/>
              <a:buChar char="●"/>
            </a:pPr>
            <a:r>
              <a:rPr lang="en-US" sz="900">
                <a:solidFill>
                  <a:srgbClr val="62656F"/>
                </a:solidFill>
                <a:latin typeface="Inter"/>
                <a:ea typeface="Inter"/>
                <a:cs typeface="Inter"/>
                <a:sym typeface="Inter"/>
              </a:rPr>
              <a:t>6 ateliers (1 par axe POLISM) de</a:t>
            </a:r>
            <a:br>
              <a:rPr lang="en-US" sz="900">
                <a:solidFill>
                  <a:srgbClr val="62656F"/>
                </a:solidFill>
                <a:latin typeface="Inter"/>
                <a:ea typeface="Inter"/>
                <a:cs typeface="Inter"/>
                <a:sym typeface="Inter"/>
              </a:rPr>
            </a:br>
            <a:r>
              <a:rPr lang="en-US" sz="900">
                <a:solidFill>
                  <a:srgbClr val="62656F"/>
                </a:solidFill>
                <a:latin typeface="Inter"/>
                <a:ea typeface="Inter"/>
                <a:cs typeface="Inter"/>
                <a:sym typeface="Inter"/>
              </a:rPr>
              <a:t>6-8 personnes</a:t>
            </a:r>
            <a:endParaRPr sz="900">
              <a:solidFill>
                <a:srgbClr val="62656F"/>
              </a:solidFill>
              <a:latin typeface="Inter"/>
              <a:ea typeface="Inter"/>
              <a:cs typeface="Inter"/>
              <a:sym typeface="Inter"/>
            </a:endParaRPr>
          </a:p>
        </p:txBody>
      </p:sp>
      <p:sp>
        <p:nvSpPr>
          <p:cNvPr id="755" name="Google Shape;755;p62"/>
          <p:cNvSpPr txBox="1"/>
          <p:nvPr/>
        </p:nvSpPr>
        <p:spPr>
          <a:xfrm>
            <a:off x="7434331" y="3380470"/>
            <a:ext cx="2160300" cy="708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2"/>
              </a:buClr>
              <a:buSzPts val="900"/>
              <a:buFont typeface="Inter"/>
              <a:buChar char="●"/>
            </a:pPr>
            <a:r>
              <a:rPr lang="en-US" sz="900">
                <a:solidFill>
                  <a:schemeClr val="dk2"/>
                </a:solidFill>
                <a:latin typeface="Inter"/>
                <a:ea typeface="Inter"/>
                <a:cs typeface="Inter"/>
                <a:sym typeface="Inter"/>
              </a:rPr>
              <a:t>2 ateliers de définition des formations</a:t>
            </a:r>
            <a:endParaRPr sz="900">
              <a:solidFill>
                <a:schemeClr val="dk2"/>
              </a:solidFill>
              <a:latin typeface="Inter"/>
              <a:ea typeface="Inter"/>
              <a:cs typeface="Inter"/>
              <a:sym typeface="Inter"/>
            </a:endParaRPr>
          </a:p>
          <a:p>
            <a:pPr indent="-133350" lvl="0" marL="139700" marR="0" rtl="0" algn="l">
              <a:spcBef>
                <a:spcPts val="0"/>
              </a:spcBef>
              <a:spcAft>
                <a:spcPts val="0"/>
              </a:spcAft>
              <a:buClr>
                <a:schemeClr val="dk2"/>
              </a:buClr>
              <a:buSzPts val="900"/>
              <a:buFont typeface="Inter"/>
              <a:buChar char="●"/>
            </a:pPr>
            <a:r>
              <a:rPr lang="en-US" sz="900">
                <a:solidFill>
                  <a:schemeClr val="dk2"/>
                </a:solidFill>
                <a:latin typeface="Inter"/>
                <a:ea typeface="Inter"/>
                <a:cs typeface="Inter"/>
                <a:sym typeface="Inter"/>
              </a:rPr>
              <a:t>ateliers pour définir la feuille de route</a:t>
            </a:r>
            <a:endParaRPr sz="900">
              <a:solidFill>
                <a:schemeClr val="dk2"/>
              </a:solidFill>
              <a:latin typeface="Inter"/>
              <a:ea typeface="Inter"/>
              <a:cs typeface="Inter"/>
              <a:sym typeface="Inter"/>
            </a:endParaRPr>
          </a:p>
        </p:txBody>
      </p:sp>
      <p:sp>
        <p:nvSpPr>
          <p:cNvPr id="756" name="Google Shape;756;p62"/>
          <p:cNvSpPr txBox="1"/>
          <p:nvPr/>
        </p:nvSpPr>
        <p:spPr>
          <a:xfrm>
            <a:off x="394697" y="4540167"/>
            <a:ext cx="2284500" cy="427500"/>
          </a:xfrm>
          <a:prstGeom prst="rect">
            <a:avLst/>
          </a:prstGeom>
          <a:solidFill>
            <a:schemeClr val="lt1"/>
          </a:solidFill>
          <a:ln cap="flat" cmpd="sng" w="9525">
            <a:solidFill>
              <a:srgbClr val="7A7B85"/>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rgbClr val="7A7B85"/>
              </a:buClr>
              <a:buSzPts val="900"/>
              <a:buFont typeface="Inter"/>
              <a:buChar char="●"/>
            </a:pPr>
            <a:r>
              <a:rPr lang="en-US" sz="900">
                <a:solidFill>
                  <a:srgbClr val="7A7B85"/>
                </a:solidFill>
                <a:latin typeface="Inter"/>
                <a:ea typeface="Inter"/>
                <a:cs typeface="Inter"/>
                <a:sym typeface="Inter"/>
              </a:rPr>
              <a:t>Vision &amp; Strategy canvas</a:t>
            </a:r>
            <a:endParaRPr sz="900">
              <a:solidFill>
                <a:srgbClr val="7A7B85"/>
              </a:solidFill>
              <a:latin typeface="Inter"/>
              <a:ea typeface="Inter"/>
              <a:cs typeface="Inter"/>
              <a:sym typeface="Inter"/>
            </a:endParaRPr>
          </a:p>
        </p:txBody>
      </p:sp>
      <p:sp>
        <p:nvSpPr>
          <p:cNvPr id="757" name="Google Shape;757;p62"/>
          <p:cNvSpPr txBox="1"/>
          <p:nvPr/>
        </p:nvSpPr>
        <p:spPr>
          <a:xfrm>
            <a:off x="5172858" y="4540167"/>
            <a:ext cx="2160300" cy="427500"/>
          </a:xfrm>
          <a:prstGeom prst="rect">
            <a:avLst/>
          </a:prstGeom>
          <a:solidFill>
            <a:schemeClr val="lt1"/>
          </a:solidFill>
          <a:ln cap="flat" cmpd="sng" w="9525">
            <a:solidFill>
              <a:schemeClr val="accent3"/>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accent3"/>
              </a:buClr>
              <a:buSzPts val="900"/>
              <a:buFont typeface="Inter"/>
              <a:buChar char="●"/>
            </a:pPr>
            <a:r>
              <a:rPr lang="en-US" sz="900">
                <a:solidFill>
                  <a:schemeClr val="accent3"/>
                </a:solidFill>
                <a:latin typeface="Inter"/>
                <a:ea typeface="Inter"/>
                <a:cs typeface="Inter"/>
                <a:sym typeface="Inter"/>
              </a:rPr>
              <a:t>TOM v1.0 / recommandations</a:t>
            </a:r>
            <a:endParaRPr sz="900">
              <a:solidFill>
                <a:schemeClr val="accent3"/>
              </a:solidFill>
              <a:latin typeface="Inter"/>
              <a:ea typeface="Inter"/>
              <a:cs typeface="Inter"/>
              <a:sym typeface="Inter"/>
            </a:endParaRPr>
          </a:p>
        </p:txBody>
      </p:sp>
      <p:sp>
        <p:nvSpPr>
          <p:cNvPr id="758" name="Google Shape;758;p62"/>
          <p:cNvSpPr txBox="1"/>
          <p:nvPr/>
        </p:nvSpPr>
        <p:spPr>
          <a:xfrm>
            <a:off x="2785008" y="4540167"/>
            <a:ext cx="2283900" cy="427500"/>
          </a:xfrm>
          <a:prstGeom prst="rect">
            <a:avLst/>
          </a:prstGeom>
          <a:solidFill>
            <a:schemeClr val="lt1"/>
          </a:solidFill>
          <a:ln cap="flat" cmpd="sng" w="9525">
            <a:solidFill>
              <a:srgbClr val="62656F"/>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rgbClr val="62656F"/>
              </a:buClr>
              <a:buSzPts val="900"/>
              <a:buFont typeface="Inter"/>
              <a:buChar char="●"/>
            </a:pPr>
            <a:r>
              <a:rPr lang="en-US" sz="900">
                <a:solidFill>
                  <a:srgbClr val="62656F"/>
                </a:solidFill>
                <a:latin typeface="Inter"/>
                <a:ea typeface="Inter"/>
                <a:cs typeface="Inter"/>
                <a:sym typeface="Inter"/>
              </a:rPr>
              <a:t>TOM canvas</a:t>
            </a:r>
            <a:endParaRPr sz="900">
              <a:solidFill>
                <a:srgbClr val="62656F"/>
              </a:solidFill>
              <a:latin typeface="Inter"/>
              <a:ea typeface="Inter"/>
              <a:cs typeface="Inter"/>
              <a:sym typeface="Inter"/>
            </a:endParaRPr>
          </a:p>
        </p:txBody>
      </p:sp>
      <p:sp>
        <p:nvSpPr>
          <p:cNvPr id="759" name="Google Shape;759;p62"/>
          <p:cNvSpPr txBox="1"/>
          <p:nvPr/>
        </p:nvSpPr>
        <p:spPr>
          <a:xfrm>
            <a:off x="9703072" y="4540167"/>
            <a:ext cx="2130900" cy="4275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lnSpc>
                <a:spcPct val="100000"/>
              </a:lnSpc>
              <a:spcBef>
                <a:spcPts val="400"/>
              </a:spcBef>
              <a:spcAft>
                <a:spcPts val="0"/>
              </a:spcAft>
              <a:buClr>
                <a:schemeClr val="accent2"/>
              </a:buClr>
              <a:buSzPts val="900"/>
              <a:buFont typeface="Inter"/>
              <a:buChar char="●"/>
            </a:pPr>
            <a:r>
              <a:rPr lang="en-US" sz="900">
                <a:solidFill>
                  <a:schemeClr val="accent2"/>
                </a:solidFill>
                <a:latin typeface="Inter"/>
                <a:ea typeface="Inter"/>
                <a:cs typeface="Inter"/>
                <a:sym typeface="Inter"/>
              </a:rPr>
              <a:t>Coaching des équipes</a:t>
            </a:r>
            <a:endParaRPr sz="900">
              <a:solidFill>
                <a:schemeClr val="accent2"/>
              </a:solidFill>
              <a:latin typeface="Inter"/>
              <a:ea typeface="Inter"/>
              <a:cs typeface="Inter"/>
              <a:sym typeface="Inter"/>
            </a:endParaRPr>
          </a:p>
          <a:p>
            <a:pPr indent="-133350" lvl="0" marL="139700" marR="0" rtl="0" algn="l">
              <a:lnSpc>
                <a:spcPct val="100000"/>
              </a:lnSpc>
              <a:spcBef>
                <a:spcPts val="0"/>
              </a:spcBef>
              <a:spcAft>
                <a:spcPts val="0"/>
              </a:spcAft>
              <a:buClr>
                <a:schemeClr val="accent2"/>
              </a:buClr>
              <a:buSzPts val="900"/>
              <a:buFont typeface="Inter"/>
              <a:buChar char="●"/>
            </a:pPr>
            <a:r>
              <a:rPr lang="en-US" sz="900">
                <a:solidFill>
                  <a:schemeClr val="accent2"/>
                </a:solidFill>
                <a:latin typeface="Inter"/>
                <a:ea typeface="Inter"/>
                <a:cs typeface="Inter"/>
                <a:sym typeface="Inter"/>
              </a:rPr>
              <a:t>PM de transition</a:t>
            </a:r>
            <a:endParaRPr sz="900">
              <a:solidFill>
                <a:schemeClr val="accent2"/>
              </a:solidFill>
              <a:latin typeface="Inter"/>
              <a:ea typeface="Inter"/>
              <a:cs typeface="Inter"/>
              <a:sym typeface="Inter"/>
            </a:endParaRPr>
          </a:p>
        </p:txBody>
      </p:sp>
      <p:sp>
        <p:nvSpPr>
          <p:cNvPr id="760" name="Google Shape;760;p62"/>
          <p:cNvSpPr txBox="1"/>
          <p:nvPr/>
        </p:nvSpPr>
        <p:spPr>
          <a:xfrm>
            <a:off x="7437969" y="4540169"/>
            <a:ext cx="2160300" cy="4275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72000" lIns="72000" spcFirstLastPara="1" rIns="0" wrap="square" tIns="72000">
            <a:noAutofit/>
          </a:bodyPr>
          <a:lstStyle/>
          <a:p>
            <a:pPr indent="-133350" lvl="0" marL="139700" marR="0" rtl="0" algn="l">
              <a:spcBef>
                <a:spcPts val="400"/>
              </a:spcBef>
              <a:spcAft>
                <a:spcPts val="0"/>
              </a:spcAft>
              <a:buClr>
                <a:schemeClr val="dk2"/>
              </a:buClr>
              <a:buSzPts val="900"/>
              <a:buFont typeface="Inter"/>
              <a:buChar char="●"/>
            </a:pPr>
            <a:r>
              <a:rPr lang="en-US" sz="900">
                <a:solidFill>
                  <a:schemeClr val="dk2"/>
                </a:solidFill>
                <a:latin typeface="Inter"/>
                <a:ea typeface="Inter"/>
                <a:cs typeface="Inter"/>
                <a:sym typeface="Inter"/>
              </a:rPr>
              <a:t>Supports de formation</a:t>
            </a:r>
            <a:endParaRPr sz="900">
              <a:solidFill>
                <a:schemeClr val="dk2"/>
              </a:solidFill>
              <a:latin typeface="Inter"/>
              <a:ea typeface="Inter"/>
              <a:cs typeface="Inter"/>
              <a:sym typeface="Inter"/>
            </a:endParaRPr>
          </a:p>
          <a:p>
            <a:pPr indent="-133350" lvl="0" marL="139700" marR="0" rtl="0" algn="l">
              <a:spcBef>
                <a:spcPts val="0"/>
              </a:spcBef>
              <a:spcAft>
                <a:spcPts val="0"/>
              </a:spcAft>
              <a:buClr>
                <a:schemeClr val="dk2"/>
              </a:buClr>
              <a:buSzPts val="900"/>
              <a:buFont typeface="Inter"/>
              <a:buChar char="●"/>
            </a:pPr>
            <a:r>
              <a:rPr lang="en-US" sz="900">
                <a:solidFill>
                  <a:schemeClr val="dk2"/>
                </a:solidFill>
                <a:latin typeface="Inter"/>
                <a:ea typeface="Inter"/>
                <a:cs typeface="Inter"/>
                <a:sym typeface="Inter"/>
              </a:rPr>
              <a:t>Feuille de route du TOM</a:t>
            </a:r>
            <a:endParaRPr sz="900">
              <a:solidFill>
                <a:schemeClr val="dk2"/>
              </a:solidFill>
              <a:latin typeface="Inter"/>
              <a:ea typeface="Inter"/>
              <a:cs typeface="Inter"/>
              <a:sym typeface="Inter"/>
            </a:endParaRPr>
          </a:p>
        </p:txBody>
      </p:sp>
      <p:sp>
        <p:nvSpPr>
          <p:cNvPr id="761" name="Google Shape;761;p62"/>
          <p:cNvSpPr txBox="1"/>
          <p:nvPr>
            <p:ph type="title"/>
          </p:nvPr>
        </p:nvSpPr>
        <p:spPr>
          <a:xfrm>
            <a:off x="839775" y="552275"/>
            <a:ext cx="11268600" cy="285900"/>
          </a:xfrm>
          <a:prstGeom prst="rect">
            <a:avLst/>
          </a:prstGeom>
        </p:spPr>
        <p:txBody>
          <a:bodyPr anchorCtr="0" anchor="b" bIns="18000" lIns="18000" spcFirstLastPara="1" rIns="18000" wrap="square" tIns="18000">
            <a:noAutofit/>
          </a:bodyPr>
          <a:lstStyle/>
          <a:p>
            <a:pPr indent="0" lvl="0" marL="0" rtl="0" algn="l">
              <a:spcBef>
                <a:spcPts val="0"/>
              </a:spcBef>
              <a:spcAft>
                <a:spcPts val="0"/>
              </a:spcAft>
              <a:buNone/>
            </a:pPr>
            <a:r>
              <a:rPr lang="en-US"/>
              <a:t>NOTRE DÉMARCHE</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3"/>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{nom du lot}</a:t>
            </a:r>
            <a:endParaRPr/>
          </a:p>
        </p:txBody>
      </p:sp>
      <p:sp>
        <p:nvSpPr>
          <p:cNvPr id="767" name="Google Shape;767;p63"/>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None/>
            </a:pPr>
            <a:r>
              <a:rPr lang="en-US"/>
              <a:t>NOTRE DÉMARCHE D'ACCOMPAGNEMENT</a:t>
            </a:r>
            <a:endParaRPr/>
          </a:p>
        </p:txBody>
      </p:sp>
      <p:sp>
        <p:nvSpPr>
          <p:cNvPr id="768" name="Google Shape;768;p63"/>
          <p:cNvSpPr txBox="1"/>
          <p:nvPr/>
        </p:nvSpPr>
        <p:spPr>
          <a:xfrm>
            <a:off x="1130000" y="1363284"/>
            <a:ext cx="6837000" cy="294900"/>
          </a:xfrm>
          <a:prstGeom prst="rect">
            <a:avLst/>
          </a:prstGeom>
          <a:noFill/>
          <a:ln>
            <a:noFill/>
          </a:ln>
        </p:spPr>
        <p:txBody>
          <a:bodyPr anchorCtr="0" anchor="t" bIns="24000" lIns="24000" spcFirstLastPara="1" rIns="24000" wrap="square" tIns="24000">
            <a:spAutoFit/>
          </a:bodyPr>
          <a:lstStyle/>
          <a:p>
            <a:pPr indent="0" lvl="0" marL="0" rtl="0" algn="l">
              <a:spcBef>
                <a:spcPts val="0"/>
              </a:spcBef>
              <a:spcAft>
                <a:spcPts val="0"/>
              </a:spcAft>
              <a:buNone/>
            </a:pPr>
            <a:r>
              <a:rPr b="1" lang="en-US" sz="1600">
                <a:solidFill>
                  <a:schemeClr val="accent2"/>
                </a:solidFill>
                <a:latin typeface="Chakra Petch"/>
                <a:ea typeface="Chakra Petch"/>
                <a:cs typeface="Chakra Petch"/>
                <a:sym typeface="Chakra Petch"/>
              </a:rPr>
              <a:t>Démarche</a:t>
            </a:r>
            <a:endParaRPr b="1" sz="1600">
              <a:solidFill>
                <a:schemeClr val="accent2"/>
              </a:solidFill>
              <a:latin typeface="Chakra Petch"/>
              <a:ea typeface="Chakra Petch"/>
              <a:cs typeface="Chakra Petch"/>
              <a:sym typeface="Chakra Petch"/>
            </a:endParaRPr>
          </a:p>
        </p:txBody>
      </p:sp>
      <p:sp>
        <p:nvSpPr>
          <p:cNvPr id="769" name="Google Shape;769;p63"/>
          <p:cNvSpPr/>
          <p:nvPr/>
        </p:nvSpPr>
        <p:spPr>
          <a:xfrm>
            <a:off x="8182340" y="1644862"/>
            <a:ext cx="2897100" cy="1586700"/>
          </a:xfrm>
          <a:prstGeom prst="rect">
            <a:avLst/>
          </a:prstGeom>
          <a:solidFill>
            <a:schemeClr val="lt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b="1" lang="en-US" sz="1200">
                <a:latin typeface="Chakra Petch"/>
                <a:ea typeface="Chakra Petch"/>
                <a:cs typeface="Chakra Petch"/>
                <a:sym typeface="Chakra Petch"/>
              </a:rPr>
              <a:t>HYPOTHÈSES &amp; </a:t>
            </a:r>
            <a:r>
              <a:rPr b="1" lang="en-US" sz="1200">
                <a:solidFill>
                  <a:srgbClr val="000000"/>
                </a:solidFill>
                <a:latin typeface="Chakra Petch"/>
                <a:ea typeface="Chakra Petch"/>
                <a:cs typeface="Chakra Petch"/>
                <a:sym typeface="Chakra Petch"/>
              </a:rPr>
              <a:t>PRÉ-REQUIS</a:t>
            </a:r>
            <a:endParaRPr b="1" sz="1200">
              <a:solidFill>
                <a:srgbClr val="000000"/>
              </a:solidFill>
              <a:latin typeface="Chakra Petch"/>
              <a:ea typeface="Chakra Petch"/>
              <a:cs typeface="Chakra Petch"/>
              <a:sym typeface="Chakra Petch"/>
            </a:endParaRPr>
          </a:p>
          <a:p>
            <a:pPr indent="-374650" lvl="0" marL="609600" rtl="0" algn="l">
              <a:spcBef>
                <a:spcPts val="800"/>
              </a:spcBef>
              <a:spcAft>
                <a:spcPts val="0"/>
              </a:spcAft>
              <a:buClr>
                <a:srgbClr val="000000"/>
              </a:buClr>
              <a:buSzPts val="1100"/>
              <a:buFont typeface="Chakra Petch"/>
              <a:buChar char="●"/>
            </a:pPr>
            <a:r>
              <a:t/>
            </a:r>
            <a:endParaRPr sz="1300">
              <a:solidFill>
                <a:srgbClr val="000000"/>
              </a:solidFill>
              <a:latin typeface="Chakra Petch"/>
              <a:ea typeface="Chakra Petch"/>
              <a:cs typeface="Chakra Petch"/>
              <a:sym typeface="Chakra Petch"/>
            </a:endParaRPr>
          </a:p>
        </p:txBody>
      </p:sp>
      <p:sp>
        <p:nvSpPr>
          <p:cNvPr id="770" name="Google Shape;770;p63"/>
          <p:cNvSpPr txBox="1"/>
          <p:nvPr/>
        </p:nvSpPr>
        <p:spPr>
          <a:xfrm>
            <a:off x="8182340" y="1298875"/>
            <a:ext cx="2488200" cy="294900"/>
          </a:xfrm>
          <a:prstGeom prst="rect">
            <a:avLst/>
          </a:prstGeom>
          <a:noFill/>
          <a:ln>
            <a:noFill/>
          </a:ln>
        </p:spPr>
        <p:txBody>
          <a:bodyPr anchorCtr="0" anchor="t" bIns="24000" lIns="24000" spcFirstLastPara="1" rIns="24000" wrap="square" tIns="24000">
            <a:spAutoFit/>
          </a:bodyPr>
          <a:lstStyle/>
          <a:p>
            <a:pPr indent="0" lvl="0" marL="0" rtl="0" algn="l">
              <a:spcBef>
                <a:spcPts val="0"/>
              </a:spcBef>
              <a:spcAft>
                <a:spcPts val="0"/>
              </a:spcAft>
              <a:buNone/>
            </a:pPr>
            <a:r>
              <a:rPr b="1" lang="en-US" sz="1600">
                <a:solidFill>
                  <a:schemeClr val="accent2"/>
                </a:solidFill>
                <a:latin typeface="Chakra Petch"/>
                <a:ea typeface="Chakra Petch"/>
                <a:cs typeface="Chakra Petch"/>
                <a:sym typeface="Chakra Petch"/>
              </a:rPr>
              <a:t>FOCUS SUR…</a:t>
            </a:r>
            <a:endParaRPr b="1" sz="1600">
              <a:solidFill>
                <a:schemeClr val="accent2"/>
              </a:solidFill>
              <a:latin typeface="Chakra Petch"/>
              <a:ea typeface="Chakra Petch"/>
              <a:cs typeface="Chakra Petch"/>
              <a:sym typeface="Chakra Petch"/>
            </a:endParaRPr>
          </a:p>
        </p:txBody>
      </p:sp>
      <p:sp>
        <p:nvSpPr>
          <p:cNvPr id="771" name="Google Shape;771;p63"/>
          <p:cNvSpPr/>
          <p:nvPr/>
        </p:nvSpPr>
        <p:spPr>
          <a:xfrm>
            <a:off x="8182340" y="5637496"/>
            <a:ext cx="2897100" cy="431100"/>
          </a:xfrm>
          <a:prstGeom prst="rect">
            <a:avLst/>
          </a:prstGeom>
          <a:solidFill>
            <a:srgbClr val="F3F3F3"/>
          </a:solidFill>
          <a:ln>
            <a:noFill/>
          </a:ln>
        </p:spPr>
        <p:txBody>
          <a:bodyPr anchorCtr="0" anchor="t" bIns="121875" lIns="121875" spcFirstLastPara="1" rIns="121875" wrap="square" tIns="121875">
            <a:noAutofit/>
          </a:bodyPr>
          <a:lstStyle/>
          <a:p>
            <a:pPr indent="0" lvl="0" marL="0" rtl="0" algn="l">
              <a:spcBef>
                <a:spcPts val="0"/>
              </a:spcBef>
              <a:spcAft>
                <a:spcPts val="800"/>
              </a:spcAft>
              <a:buNone/>
            </a:pPr>
            <a:r>
              <a:t/>
            </a:r>
            <a:endParaRPr sz="1200">
              <a:latin typeface="Chakra Petch"/>
              <a:ea typeface="Chakra Petch"/>
              <a:cs typeface="Chakra Petch"/>
              <a:sym typeface="Chakra Petch"/>
            </a:endParaRPr>
          </a:p>
        </p:txBody>
      </p:sp>
      <p:sp>
        <p:nvSpPr>
          <p:cNvPr id="772" name="Google Shape;772;p63"/>
          <p:cNvSpPr txBox="1"/>
          <p:nvPr/>
        </p:nvSpPr>
        <p:spPr>
          <a:xfrm>
            <a:off x="8182340" y="5637667"/>
            <a:ext cx="2897100" cy="446400"/>
          </a:xfrm>
          <a:prstGeom prst="rect">
            <a:avLst/>
          </a:prstGeom>
          <a:solidFill>
            <a:schemeClr val="lt2"/>
          </a:solid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200">
                <a:solidFill>
                  <a:srgbClr val="000000"/>
                </a:solidFill>
                <a:latin typeface="Chakra Petch"/>
                <a:ea typeface="Chakra Petch"/>
                <a:cs typeface="Chakra Petch"/>
                <a:sym typeface="Chakra Petch"/>
              </a:rPr>
              <a:t>DURÉE</a:t>
            </a:r>
            <a:r>
              <a:rPr b="1" lang="en-US" sz="1300">
                <a:solidFill>
                  <a:srgbClr val="000000"/>
                </a:solidFill>
                <a:latin typeface="Chakra Petch"/>
                <a:ea typeface="Chakra Petch"/>
                <a:cs typeface="Chakra Petch"/>
                <a:sym typeface="Chakra Petch"/>
              </a:rPr>
              <a:t> : </a:t>
            </a:r>
            <a:endParaRPr sz="1600">
              <a:solidFill>
                <a:srgbClr val="000000"/>
              </a:solidFill>
              <a:latin typeface="Chakra Petch"/>
              <a:ea typeface="Chakra Petch"/>
              <a:cs typeface="Chakra Petch"/>
              <a:sym typeface="Chakra Petch"/>
            </a:endParaRPr>
          </a:p>
        </p:txBody>
      </p:sp>
      <p:sp>
        <p:nvSpPr>
          <p:cNvPr id="773" name="Google Shape;773;p63"/>
          <p:cNvSpPr/>
          <p:nvPr/>
        </p:nvSpPr>
        <p:spPr>
          <a:xfrm>
            <a:off x="8182340" y="3295968"/>
            <a:ext cx="2897100" cy="903000"/>
          </a:xfrm>
          <a:prstGeom prst="rect">
            <a:avLst/>
          </a:prstGeom>
          <a:solidFill>
            <a:schemeClr val="lt2"/>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latin typeface="Chakra Petch"/>
                <a:ea typeface="Chakra Petch"/>
                <a:cs typeface="Chakra Petch"/>
                <a:sym typeface="Chakra Petch"/>
              </a:rPr>
              <a:t>ATELIERS &amp; ENTRETIENS</a:t>
            </a:r>
            <a:r>
              <a:rPr b="1" lang="en-US" sz="1200">
                <a:solidFill>
                  <a:srgbClr val="000000"/>
                </a:solidFill>
                <a:latin typeface="Chakra Petch"/>
                <a:ea typeface="Chakra Petch"/>
                <a:cs typeface="Chakra Petch"/>
                <a:sym typeface="Chakra Petch"/>
              </a:rPr>
              <a:t> </a:t>
            </a:r>
            <a:endParaRPr b="1" sz="1200">
              <a:solidFill>
                <a:srgbClr val="000000"/>
              </a:solidFill>
              <a:latin typeface="Chakra Petch"/>
              <a:ea typeface="Chakra Petch"/>
              <a:cs typeface="Chakra Petch"/>
              <a:sym typeface="Chakra Petch"/>
            </a:endParaRPr>
          </a:p>
          <a:p>
            <a:pPr indent="-374650" lvl="0" marL="609600" rtl="0" algn="l">
              <a:spcBef>
                <a:spcPts val="800"/>
              </a:spcBef>
              <a:spcAft>
                <a:spcPts val="0"/>
              </a:spcAft>
              <a:buSzPts val="1100"/>
              <a:buFont typeface="Chakra Petch"/>
              <a:buChar char="●"/>
            </a:pPr>
            <a:r>
              <a:t/>
            </a:r>
            <a:endParaRPr sz="1100">
              <a:solidFill>
                <a:srgbClr val="000000"/>
              </a:solidFill>
              <a:latin typeface="Chakra Petch"/>
              <a:ea typeface="Chakra Petch"/>
              <a:cs typeface="Chakra Petch"/>
              <a:sym typeface="Chakra Petch"/>
            </a:endParaRPr>
          </a:p>
        </p:txBody>
      </p:sp>
      <p:sp>
        <p:nvSpPr>
          <p:cNvPr id="774" name="Google Shape;774;p63"/>
          <p:cNvSpPr/>
          <p:nvPr/>
        </p:nvSpPr>
        <p:spPr>
          <a:xfrm>
            <a:off x="1130000" y="5188600"/>
            <a:ext cx="6745500" cy="903000"/>
          </a:xfrm>
          <a:prstGeom prst="rect">
            <a:avLst/>
          </a:prstGeom>
          <a:solidFill>
            <a:schemeClr val="lt2"/>
          </a:solidFill>
          <a:ln>
            <a:noFill/>
          </a:ln>
        </p:spPr>
        <p:txBody>
          <a:bodyPr anchorCtr="0" anchor="ctr" bIns="121875" lIns="121875" spcFirstLastPara="1" rIns="121875" wrap="square" tIns="121875">
            <a:noAutofit/>
          </a:bodyPr>
          <a:lstStyle/>
          <a:p>
            <a:pPr indent="-381000" lvl="0" marL="609600" marR="0" rtl="0" algn="l">
              <a:lnSpc>
                <a:spcPct val="115000"/>
              </a:lnSpc>
              <a:spcBef>
                <a:spcPts val="0"/>
              </a:spcBef>
              <a:spcAft>
                <a:spcPts val="0"/>
              </a:spcAft>
              <a:buClr>
                <a:srgbClr val="000000"/>
              </a:buClr>
              <a:buSzPts val="1200"/>
              <a:buFont typeface="Chakra Petch"/>
              <a:buChar char="●"/>
            </a:pPr>
            <a:r>
              <a:t/>
            </a:r>
            <a:endParaRPr sz="1200">
              <a:solidFill>
                <a:srgbClr val="000000"/>
              </a:solidFill>
              <a:latin typeface="Chakra Petch"/>
              <a:ea typeface="Chakra Petch"/>
              <a:cs typeface="Chakra Petch"/>
              <a:sym typeface="Chakra Petch"/>
            </a:endParaRPr>
          </a:p>
        </p:txBody>
      </p:sp>
      <p:sp>
        <p:nvSpPr>
          <p:cNvPr id="775" name="Google Shape;775;p63"/>
          <p:cNvSpPr txBox="1"/>
          <p:nvPr/>
        </p:nvSpPr>
        <p:spPr>
          <a:xfrm>
            <a:off x="1130000" y="4907021"/>
            <a:ext cx="4632000" cy="294900"/>
          </a:xfrm>
          <a:prstGeom prst="rect">
            <a:avLst/>
          </a:prstGeom>
          <a:noFill/>
          <a:ln>
            <a:noFill/>
          </a:ln>
        </p:spPr>
        <p:txBody>
          <a:bodyPr anchorCtr="0" anchor="t" bIns="24000" lIns="24000" spcFirstLastPara="1" rIns="24000" wrap="square" tIns="24000">
            <a:spAutoFit/>
          </a:bodyPr>
          <a:lstStyle/>
          <a:p>
            <a:pPr indent="0" lvl="0" marL="0" rtl="0" algn="l">
              <a:spcBef>
                <a:spcPts val="0"/>
              </a:spcBef>
              <a:spcAft>
                <a:spcPts val="0"/>
              </a:spcAft>
              <a:buNone/>
            </a:pPr>
            <a:r>
              <a:rPr b="1" lang="en-US" sz="1600">
                <a:solidFill>
                  <a:schemeClr val="accent2"/>
                </a:solidFill>
                <a:latin typeface="Chakra Petch"/>
                <a:ea typeface="Chakra Petch"/>
                <a:cs typeface="Chakra Petch"/>
                <a:sym typeface="Chakra Petch"/>
              </a:rPr>
              <a:t>Livrables de cette phase</a:t>
            </a:r>
            <a:endParaRPr b="1" sz="1600">
              <a:solidFill>
                <a:schemeClr val="accent2"/>
              </a:solidFill>
              <a:latin typeface="Chakra Petch"/>
              <a:ea typeface="Chakra Petch"/>
              <a:cs typeface="Chakra Petch"/>
              <a:sym typeface="Chakra Petch"/>
            </a:endParaRPr>
          </a:p>
        </p:txBody>
      </p:sp>
      <p:sp>
        <p:nvSpPr>
          <p:cNvPr id="776" name="Google Shape;776;p63"/>
          <p:cNvSpPr/>
          <p:nvPr/>
        </p:nvSpPr>
        <p:spPr>
          <a:xfrm>
            <a:off x="1130000" y="1644862"/>
            <a:ext cx="6745500" cy="3085500"/>
          </a:xfrm>
          <a:prstGeom prst="rect">
            <a:avLst/>
          </a:prstGeom>
          <a:solidFill>
            <a:schemeClr val="lt2"/>
          </a:solidFill>
          <a:ln>
            <a:noFill/>
          </a:ln>
        </p:spPr>
        <p:txBody>
          <a:bodyPr anchorCtr="0" anchor="t" bIns="121875" lIns="121875" spcFirstLastPara="1" rIns="121875" wrap="square" tIns="121875">
            <a:noAutofit/>
          </a:bodyPr>
          <a:lstStyle/>
          <a:p>
            <a:pPr indent="0" lvl="0" marL="0" rtl="0" algn="just">
              <a:spcBef>
                <a:spcPts val="0"/>
              </a:spcBef>
              <a:spcAft>
                <a:spcPts val="0"/>
              </a:spcAft>
              <a:buClr>
                <a:schemeClr val="dk1"/>
              </a:buClr>
              <a:buSzPts val="1500"/>
              <a:buFont typeface="Arial"/>
              <a:buNone/>
            </a:pPr>
            <a:r>
              <a:rPr b="1" lang="en-US" sz="1100">
                <a:solidFill>
                  <a:schemeClr val="dk1"/>
                </a:solidFill>
                <a:latin typeface="Chakra Petch"/>
                <a:ea typeface="Chakra Petch"/>
                <a:cs typeface="Chakra Petch"/>
                <a:sym typeface="Chakra Petch"/>
              </a:rPr>
              <a:t>Etape 1</a:t>
            </a:r>
            <a:endParaRPr b="1"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a:t>
            </a:r>
            <a:endParaRPr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a:t>
            </a:r>
            <a:endParaRPr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 </a:t>
            </a:r>
            <a:endParaRPr sz="1100">
              <a:solidFill>
                <a:schemeClr val="dk1"/>
              </a:solidFill>
              <a:latin typeface="Chakra Petch"/>
              <a:ea typeface="Chakra Petch"/>
              <a:cs typeface="Chakra Petch"/>
              <a:sym typeface="Chakra Petch"/>
            </a:endParaRPr>
          </a:p>
          <a:p>
            <a:pPr indent="0" lvl="0" marL="0" rtl="0" algn="just">
              <a:spcBef>
                <a:spcPts val="0"/>
              </a:spcBef>
              <a:spcAft>
                <a:spcPts val="0"/>
              </a:spcAft>
              <a:buClr>
                <a:schemeClr val="dk1"/>
              </a:buClr>
              <a:buSzPts val="1500"/>
              <a:buFont typeface="Arial"/>
              <a:buNone/>
            </a:pPr>
            <a:r>
              <a:t/>
            </a:r>
            <a:endParaRPr sz="1100">
              <a:solidFill>
                <a:schemeClr val="dk1"/>
              </a:solidFill>
              <a:latin typeface="Chakra Petch"/>
              <a:ea typeface="Chakra Petch"/>
              <a:cs typeface="Chakra Petch"/>
              <a:sym typeface="Chakra Petch"/>
            </a:endParaRPr>
          </a:p>
          <a:p>
            <a:pPr indent="0" lvl="0" marL="0" rtl="0" algn="just">
              <a:spcBef>
                <a:spcPts val="0"/>
              </a:spcBef>
              <a:spcAft>
                <a:spcPts val="0"/>
              </a:spcAft>
              <a:buClr>
                <a:schemeClr val="dk1"/>
              </a:buClr>
              <a:buSzPts val="1500"/>
              <a:buFont typeface="Arial"/>
              <a:buNone/>
            </a:pPr>
            <a:r>
              <a:rPr b="1" lang="en-US" sz="1100">
                <a:solidFill>
                  <a:schemeClr val="dk1"/>
                </a:solidFill>
                <a:latin typeface="Chakra Petch"/>
                <a:ea typeface="Chakra Petch"/>
                <a:cs typeface="Chakra Petch"/>
                <a:sym typeface="Chakra Petch"/>
              </a:rPr>
              <a:t>Etape 2</a:t>
            </a:r>
            <a:endParaRPr b="1"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a:t>
            </a:r>
            <a:endParaRPr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a:t>
            </a:r>
            <a:endParaRPr sz="1100">
              <a:solidFill>
                <a:schemeClr val="dk1"/>
              </a:solidFill>
              <a:latin typeface="Chakra Petch"/>
              <a:ea typeface="Chakra Petch"/>
              <a:cs typeface="Chakra Petch"/>
              <a:sym typeface="Chakra Petch"/>
            </a:endParaRPr>
          </a:p>
          <a:p>
            <a:pPr indent="-374650" lvl="0" marL="609600" rtl="0" algn="just">
              <a:spcBef>
                <a:spcPts val="0"/>
              </a:spcBef>
              <a:spcAft>
                <a:spcPts val="0"/>
              </a:spcAft>
              <a:buClr>
                <a:schemeClr val="dk1"/>
              </a:buClr>
              <a:buSzPts val="1100"/>
              <a:buFont typeface="Chakra Petch"/>
              <a:buChar char="●"/>
            </a:pPr>
            <a:r>
              <a:rPr lang="en-US" sz="1100">
                <a:solidFill>
                  <a:schemeClr val="dk1"/>
                </a:solidFill>
                <a:latin typeface="Chakra Petch"/>
                <a:ea typeface="Chakra Petch"/>
                <a:cs typeface="Chakra Petch"/>
                <a:sym typeface="Chakra Petch"/>
              </a:rPr>
              <a:t>Activités</a:t>
            </a:r>
            <a:endParaRPr sz="1100">
              <a:solidFill>
                <a:schemeClr val="dk1"/>
              </a:solidFill>
              <a:latin typeface="Chakra Petch"/>
              <a:ea typeface="Chakra Petch"/>
              <a:cs typeface="Chakra Petch"/>
              <a:sym typeface="Chakra Petch"/>
            </a:endParaRPr>
          </a:p>
        </p:txBody>
      </p:sp>
      <p:sp>
        <p:nvSpPr>
          <p:cNvPr id="777" name="Google Shape;777;p63"/>
          <p:cNvSpPr/>
          <p:nvPr/>
        </p:nvSpPr>
        <p:spPr>
          <a:xfrm>
            <a:off x="8182340" y="4320177"/>
            <a:ext cx="2897100" cy="1166100"/>
          </a:xfrm>
          <a:prstGeom prst="rect">
            <a:avLst/>
          </a:prstGeom>
          <a:solidFill>
            <a:schemeClr val="lt2"/>
          </a:solidFill>
          <a:ln>
            <a:noFill/>
          </a:ln>
        </p:spPr>
        <p:txBody>
          <a:bodyPr anchorCtr="0" anchor="t" bIns="121875" lIns="121875" spcFirstLastPara="1" rIns="121875" wrap="square" tIns="121875">
            <a:noAutofit/>
          </a:bodyPr>
          <a:lstStyle/>
          <a:p>
            <a:pPr indent="0" lvl="0" marL="0" rtl="0" algn="l">
              <a:spcBef>
                <a:spcPts val="0"/>
              </a:spcBef>
              <a:spcAft>
                <a:spcPts val="0"/>
              </a:spcAft>
              <a:buClr>
                <a:srgbClr val="000000"/>
              </a:buClr>
              <a:buSzPts val="1500"/>
              <a:buFont typeface="Arial"/>
              <a:buNone/>
            </a:pPr>
            <a:r>
              <a:rPr b="1" lang="en-US" sz="1200">
                <a:solidFill>
                  <a:srgbClr val="000000"/>
                </a:solidFill>
                <a:latin typeface="Chakra Petch"/>
                <a:ea typeface="Chakra Petch"/>
                <a:cs typeface="Chakra Petch"/>
                <a:sym typeface="Chakra Petch"/>
              </a:rPr>
              <a:t>DISPOSITIF WENVISION</a:t>
            </a:r>
            <a:endParaRPr b="1" sz="1200">
              <a:solidFill>
                <a:srgbClr val="000000"/>
              </a:solidFill>
              <a:latin typeface="Chakra Petch"/>
              <a:ea typeface="Chakra Petch"/>
              <a:cs typeface="Chakra Petch"/>
              <a:sym typeface="Chakra Petch"/>
            </a:endParaRPr>
          </a:p>
          <a:p>
            <a:pPr indent="-374650" lvl="0" marL="609600" rtl="0" algn="l">
              <a:spcBef>
                <a:spcPts val="800"/>
              </a:spcBef>
              <a:spcAft>
                <a:spcPts val="0"/>
              </a:spcAft>
              <a:buClr>
                <a:srgbClr val="000000"/>
              </a:buClr>
              <a:buSzPts val="1100"/>
              <a:buFont typeface="Chakra Petch"/>
              <a:buChar char="●"/>
            </a:pPr>
            <a:r>
              <a:t/>
            </a:r>
            <a:endParaRPr sz="1100">
              <a:solidFill>
                <a:srgbClr val="000000"/>
              </a:solidFill>
              <a:latin typeface="Chakra Petch"/>
              <a:ea typeface="Chakra Petch"/>
              <a:cs typeface="Chakra Petch"/>
              <a:sym typeface="Chakra Petch"/>
            </a:endParaRPr>
          </a:p>
        </p:txBody>
      </p:sp>
      <p:sp>
        <p:nvSpPr>
          <p:cNvPr id="778" name="Google Shape;778;p63"/>
          <p:cNvSpPr txBox="1"/>
          <p:nvPr/>
        </p:nvSpPr>
        <p:spPr>
          <a:xfrm>
            <a:off x="4755228" y="579733"/>
            <a:ext cx="1587300" cy="4137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t/>
            </a:r>
            <a:endParaRPr sz="1600">
              <a:solidFill>
                <a:schemeClr val="dk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4"/>
          <p:cNvSpPr txBox="1"/>
          <p:nvPr>
            <p:ph type="title"/>
          </p:nvPr>
        </p:nvSpPr>
        <p:spPr>
          <a:xfrm>
            <a:off x="839781" y="386933"/>
            <a:ext cx="11268600" cy="451200"/>
          </a:xfrm>
          <a:prstGeom prst="rect">
            <a:avLst/>
          </a:prstGeom>
        </p:spPr>
        <p:txBody>
          <a:bodyPr anchorCtr="0" anchor="b" bIns="24000" lIns="24000" spcFirstLastPara="1" rIns="24000" wrap="square" tIns="24000">
            <a:noAutofit/>
          </a:bodyPr>
          <a:lstStyle/>
          <a:p>
            <a:pPr indent="0" lvl="0" marL="0" rtl="0" algn="l">
              <a:spcBef>
                <a:spcPts val="0"/>
              </a:spcBef>
              <a:spcAft>
                <a:spcPts val="0"/>
              </a:spcAft>
              <a:buNone/>
            </a:pPr>
            <a:r>
              <a:rPr lang="en-US"/>
              <a:t>Facteurs clés de succès</a:t>
            </a:r>
            <a:endParaRPr/>
          </a:p>
        </p:txBody>
      </p:sp>
      <p:sp>
        <p:nvSpPr>
          <p:cNvPr id="784" name="Google Shape;784;p64"/>
          <p:cNvSpPr txBox="1"/>
          <p:nvPr>
            <p:ph idx="1" type="subTitle"/>
          </p:nvPr>
        </p:nvSpPr>
        <p:spPr>
          <a:xfrm>
            <a:off x="839781" y="125333"/>
            <a:ext cx="10953600" cy="2616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None/>
            </a:pPr>
            <a:r>
              <a:rPr lang="en-US"/>
              <a:t>LES ÉLÉMENTS DÉTERMINANTS POUR GARANTIR LA RÉUSSITE</a:t>
            </a:r>
            <a:endParaRPr/>
          </a:p>
        </p:txBody>
      </p:sp>
      <p:sp>
        <p:nvSpPr>
          <p:cNvPr id="785" name="Google Shape;785;p64"/>
          <p:cNvSpPr txBox="1"/>
          <p:nvPr>
            <p:ph idx="12" type="sldNum"/>
          </p:nvPr>
        </p:nvSpPr>
        <p:spPr>
          <a:xfrm>
            <a:off x="-50953" y="6493100"/>
            <a:ext cx="466200" cy="302700"/>
          </a:xfrm>
          <a:prstGeom prst="rect">
            <a:avLst/>
          </a:prstGeom>
        </p:spPr>
        <p:txBody>
          <a:bodyPr anchorCtr="0" anchor="t" bIns="121875" lIns="121875" spcFirstLastPara="1" rIns="121875" wrap="square" tIns="121875">
            <a:noAutofit/>
          </a:bodyPr>
          <a:lstStyle/>
          <a:p>
            <a:pPr indent="0" lvl="0" marL="0" rtl="0" algn="l">
              <a:spcBef>
                <a:spcPts val="0"/>
              </a:spcBef>
              <a:spcAft>
                <a:spcPts val="0"/>
              </a:spcAft>
              <a:buNone/>
            </a:pPr>
            <a:fld id="{00000000-1234-1234-1234-123412341234}" type="slidenum">
              <a:rPr lang="en-US"/>
              <a:t>‹#›</a:t>
            </a:fld>
            <a:endParaRPr/>
          </a:p>
        </p:txBody>
      </p:sp>
      <p:sp>
        <p:nvSpPr>
          <p:cNvPr id="786" name="Google Shape;786;p64"/>
          <p:cNvSpPr txBox="1"/>
          <p:nvPr>
            <p:ph idx="2" type="body"/>
          </p:nvPr>
        </p:nvSpPr>
        <p:spPr>
          <a:xfrm>
            <a:off x="839781" y="1080000"/>
            <a:ext cx="10385700" cy="5392500"/>
          </a:xfrm>
          <a:prstGeom prst="rect">
            <a:avLst/>
          </a:prstGeom>
        </p:spPr>
        <p:txBody>
          <a:bodyPr anchorCtr="0" anchor="t" bIns="24000" lIns="24000" spcFirstLastPara="1" rIns="24000" wrap="square" tIns="24000">
            <a:noAutofit/>
          </a:bodyPr>
          <a:lstStyle/>
          <a:p>
            <a:pPr indent="0" lvl="0" marL="0" rtl="0" algn="l">
              <a:spcBef>
                <a:spcPts val="0"/>
              </a:spcBef>
              <a:spcAft>
                <a:spcPts val="1600"/>
              </a:spcAft>
              <a:buNone/>
            </a:pPr>
            <a:r>
              <a:rPr lang="en-US"/>
              <a:t> </a:t>
            </a:r>
            <a:endParaRPr/>
          </a:p>
        </p:txBody>
      </p:sp>
      <p:grpSp>
        <p:nvGrpSpPr>
          <p:cNvPr id="787" name="Google Shape;787;p64"/>
          <p:cNvGrpSpPr/>
          <p:nvPr/>
        </p:nvGrpSpPr>
        <p:grpSpPr>
          <a:xfrm>
            <a:off x="4861100" y="2063824"/>
            <a:ext cx="2733980" cy="2792728"/>
            <a:chOff x="4706936" y="1817291"/>
            <a:chExt cx="2734800" cy="2792728"/>
          </a:xfrm>
        </p:grpSpPr>
        <p:sp>
          <p:nvSpPr>
            <p:cNvPr id="788" name="Google Shape;788;p64"/>
            <p:cNvSpPr/>
            <p:nvPr/>
          </p:nvSpPr>
          <p:spPr>
            <a:xfrm>
              <a:off x="4706936" y="1875219"/>
              <a:ext cx="2734800" cy="2734800"/>
            </a:xfrm>
            <a:prstGeom prst="ellipse">
              <a:avLst/>
            </a:prstGeom>
            <a:noFill/>
            <a:ln cap="flat" cmpd="sng" w="12700">
              <a:solidFill>
                <a:srgbClr val="10182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rgbClr val="FFFFFF"/>
                </a:solidFill>
                <a:latin typeface="Calibri"/>
                <a:ea typeface="Calibri"/>
                <a:cs typeface="Calibri"/>
                <a:sym typeface="Calibri"/>
              </a:endParaRPr>
            </a:p>
          </p:txBody>
        </p:sp>
        <p:grpSp>
          <p:nvGrpSpPr>
            <p:cNvPr id="789" name="Google Shape;789;p64"/>
            <p:cNvGrpSpPr/>
            <p:nvPr/>
          </p:nvGrpSpPr>
          <p:grpSpPr>
            <a:xfrm rot="3939500">
              <a:off x="7357970" y="2794818"/>
              <a:ext cx="47596" cy="87807"/>
              <a:chOff x="7773081" y="2288686"/>
              <a:chExt cx="110400" cy="203670"/>
            </a:xfrm>
          </p:grpSpPr>
          <p:cxnSp>
            <p:nvCxnSpPr>
              <p:cNvPr id="790" name="Google Shape;790;p64"/>
              <p:cNvCxnSpPr/>
              <p:nvPr/>
            </p:nvCxnSpPr>
            <p:spPr>
              <a:xfrm>
                <a:off x="7773081" y="2288686"/>
                <a:ext cx="110400" cy="110400"/>
              </a:xfrm>
              <a:prstGeom prst="straightConnector1">
                <a:avLst/>
              </a:prstGeom>
              <a:noFill/>
              <a:ln cap="flat" cmpd="sng" w="16925">
                <a:solidFill>
                  <a:srgbClr val="101820"/>
                </a:solidFill>
                <a:prstDash val="solid"/>
                <a:miter lim="800000"/>
                <a:headEnd len="sm" w="sm" type="none"/>
                <a:tailEnd len="sm" w="sm" type="none"/>
              </a:ln>
            </p:spPr>
          </p:cxnSp>
          <p:cxnSp>
            <p:nvCxnSpPr>
              <p:cNvPr id="791" name="Google Shape;791;p64"/>
              <p:cNvCxnSpPr/>
              <p:nvPr/>
            </p:nvCxnSpPr>
            <p:spPr>
              <a:xfrm flipH="1" rot="10800000">
                <a:off x="7773081" y="2381956"/>
                <a:ext cx="110400" cy="110400"/>
              </a:xfrm>
              <a:prstGeom prst="straightConnector1">
                <a:avLst/>
              </a:prstGeom>
              <a:noFill/>
              <a:ln cap="flat" cmpd="sng" w="16925">
                <a:solidFill>
                  <a:srgbClr val="101820"/>
                </a:solidFill>
                <a:prstDash val="solid"/>
                <a:miter lim="800000"/>
                <a:headEnd len="sm" w="sm" type="none"/>
                <a:tailEnd len="sm" w="sm" type="none"/>
              </a:ln>
            </p:spPr>
          </p:cxnSp>
        </p:grpSp>
        <p:grpSp>
          <p:nvGrpSpPr>
            <p:cNvPr id="792" name="Google Shape;792;p64"/>
            <p:cNvGrpSpPr/>
            <p:nvPr/>
          </p:nvGrpSpPr>
          <p:grpSpPr>
            <a:xfrm rot="9000172">
              <a:off x="6836483" y="4328348"/>
              <a:ext cx="47587" cy="87789"/>
              <a:chOff x="7773081" y="2288686"/>
              <a:chExt cx="110400" cy="203670"/>
            </a:xfrm>
          </p:grpSpPr>
          <p:cxnSp>
            <p:nvCxnSpPr>
              <p:cNvPr id="793" name="Google Shape;793;p64"/>
              <p:cNvCxnSpPr/>
              <p:nvPr/>
            </p:nvCxnSpPr>
            <p:spPr>
              <a:xfrm>
                <a:off x="7773081" y="2288686"/>
                <a:ext cx="110400" cy="110400"/>
              </a:xfrm>
              <a:prstGeom prst="straightConnector1">
                <a:avLst/>
              </a:prstGeom>
              <a:noFill/>
              <a:ln cap="flat" cmpd="sng" w="16925">
                <a:solidFill>
                  <a:srgbClr val="101820"/>
                </a:solidFill>
                <a:prstDash val="solid"/>
                <a:miter lim="800000"/>
                <a:headEnd len="sm" w="sm" type="none"/>
                <a:tailEnd len="sm" w="sm" type="none"/>
              </a:ln>
            </p:spPr>
          </p:cxnSp>
          <p:cxnSp>
            <p:nvCxnSpPr>
              <p:cNvPr id="794" name="Google Shape;794;p64"/>
              <p:cNvCxnSpPr/>
              <p:nvPr/>
            </p:nvCxnSpPr>
            <p:spPr>
              <a:xfrm flipH="1" rot="10800000">
                <a:off x="7773081" y="2381956"/>
                <a:ext cx="110400" cy="110400"/>
              </a:xfrm>
              <a:prstGeom prst="straightConnector1">
                <a:avLst/>
              </a:prstGeom>
              <a:noFill/>
              <a:ln cap="flat" cmpd="sng" w="16925">
                <a:solidFill>
                  <a:srgbClr val="101820"/>
                </a:solidFill>
                <a:prstDash val="solid"/>
                <a:miter lim="800000"/>
                <a:headEnd len="sm" w="sm" type="none"/>
                <a:tailEnd len="sm" w="sm" type="none"/>
              </a:ln>
            </p:spPr>
          </p:cxnSp>
        </p:grpSp>
        <p:grpSp>
          <p:nvGrpSpPr>
            <p:cNvPr id="795" name="Google Shape;795;p64"/>
            <p:cNvGrpSpPr/>
            <p:nvPr/>
          </p:nvGrpSpPr>
          <p:grpSpPr>
            <a:xfrm>
              <a:off x="6082769" y="1817291"/>
              <a:ext cx="47593" cy="87802"/>
              <a:chOff x="7773081" y="2288686"/>
              <a:chExt cx="110400" cy="203670"/>
            </a:xfrm>
          </p:grpSpPr>
          <p:cxnSp>
            <p:nvCxnSpPr>
              <p:cNvPr id="796" name="Google Shape;796;p64"/>
              <p:cNvCxnSpPr/>
              <p:nvPr/>
            </p:nvCxnSpPr>
            <p:spPr>
              <a:xfrm>
                <a:off x="7773081" y="2288686"/>
                <a:ext cx="110400" cy="110400"/>
              </a:xfrm>
              <a:prstGeom prst="straightConnector1">
                <a:avLst/>
              </a:prstGeom>
              <a:noFill/>
              <a:ln cap="flat" cmpd="sng" w="16925">
                <a:solidFill>
                  <a:srgbClr val="101820"/>
                </a:solidFill>
                <a:prstDash val="solid"/>
                <a:miter lim="800000"/>
                <a:headEnd len="sm" w="sm" type="none"/>
                <a:tailEnd len="sm" w="sm" type="none"/>
              </a:ln>
            </p:spPr>
          </p:cxnSp>
          <p:cxnSp>
            <p:nvCxnSpPr>
              <p:cNvPr id="797" name="Google Shape;797;p64"/>
              <p:cNvCxnSpPr/>
              <p:nvPr/>
            </p:nvCxnSpPr>
            <p:spPr>
              <a:xfrm flipH="1" rot="10800000">
                <a:off x="7773081" y="2381956"/>
                <a:ext cx="110400" cy="110400"/>
              </a:xfrm>
              <a:prstGeom prst="straightConnector1">
                <a:avLst/>
              </a:prstGeom>
              <a:noFill/>
              <a:ln cap="flat" cmpd="sng" w="16925">
                <a:solidFill>
                  <a:srgbClr val="101820"/>
                </a:solidFill>
                <a:prstDash val="solid"/>
                <a:miter lim="800000"/>
                <a:headEnd len="sm" w="sm" type="none"/>
                <a:tailEnd len="sm" w="sm" type="none"/>
              </a:ln>
            </p:spPr>
          </p:cxnSp>
        </p:grpSp>
        <p:grpSp>
          <p:nvGrpSpPr>
            <p:cNvPr id="798" name="Google Shape;798;p64"/>
            <p:cNvGrpSpPr/>
            <p:nvPr/>
          </p:nvGrpSpPr>
          <p:grpSpPr>
            <a:xfrm rot="-3600172">
              <a:off x="4762289" y="2760576"/>
              <a:ext cx="47587" cy="87789"/>
              <a:chOff x="7773081" y="2288686"/>
              <a:chExt cx="110400" cy="203670"/>
            </a:xfrm>
          </p:grpSpPr>
          <p:cxnSp>
            <p:nvCxnSpPr>
              <p:cNvPr id="799" name="Google Shape;799;p64"/>
              <p:cNvCxnSpPr/>
              <p:nvPr/>
            </p:nvCxnSpPr>
            <p:spPr>
              <a:xfrm>
                <a:off x="7773081" y="2288686"/>
                <a:ext cx="110400" cy="110400"/>
              </a:xfrm>
              <a:prstGeom prst="straightConnector1">
                <a:avLst/>
              </a:prstGeom>
              <a:noFill/>
              <a:ln cap="flat" cmpd="sng" w="16925">
                <a:solidFill>
                  <a:srgbClr val="101820"/>
                </a:solidFill>
                <a:prstDash val="solid"/>
                <a:miter lim="800000"/>
                <a:headEnd len="sm" w="sm" type="none"/>
                <a:tailEnd len="sm" w="sm" type="none"/>
              </a:ln>
            </p:spPr>
          </p:cxnSp>
          <p:cxnSp>
            <p:nvCxnSpPr>
              <p:cNvPr id="800" name="Google Shape;800;p64"/>
              <p:cNvCxnSpPr/>
              <p:nvPr/>
            </p:nvCxnSpPr>
            <p:spPr>
              <a:xfrm flipH="1" rot="10800000">
                <a:off x="7773081" y="2381956"/>
                <a:ext cx="110400" cy="110400"/>
              </a:xfrm>
              <a:prstGeom prst="straightConnector1">
                <a:avLst/>
              </a:prstGeom>
              <a:noFill/>
              <a:ln cap="flat" cmpd="sng" w="16925">
                <a:solidFill>
                  <a:srgbClr val="101820"/>
                </a:solidFill>
                <a:prstDash val="solid"/>
                <a:miter lim="800000"/>
                <a:headEnd len="sm" w="sm" type="none"/>
                <a:tailEnd len="sm" w="sm" type="none"/>
              </a:ln>
            </p:spPr>
          </p:cxnSp>
        </p:grpSp>
        <p:grpSp>
          <p:nvGrpSpPr>
            <p:cNvPr id="801" name="Google Shape;801;p64"/>
            <p:cNvGrpSpPr/>
            <p:nvPr/>
          </p:nvGrpSpPr>
          <p:grpSpPr>
            <a:xfrm rot="-9000172">
              <a:off x="5199409" y="4279198"/>
              <a:ext cx="47587" cy="87789"/>
              <a:chOff x="7773081" y="2288686"/>
              <a:chExt cx="110400" cy="203670"/>
            </a:xfrm>
          </p:grpSpPr>
          <p:cxnSp>
            <p:nvCxnSpPr>
              <p:cNvPr id="802" name="Google Shape;802;p64"/>
              <p:cNvCxnSpPr/>
              <p:nvPr/>
            </p:nvCxnSpPr>
            <p:spPr>
              <a:xfrm>
                <a:off x="7773081" y="2288686"/>
                <a:ext cx="110400" cy="110400"/>
              </a:xfrm>
              <a:prstGeom prst="straightConnector1">
                <a:avLst/>
              </a:prstGeom>
              <a:noFill/>
              <a:ln cap="flat" cmpd="sng" w="16925">
                <a:solidFill>
                  <a:srgbClr val="101820"/>
                </a:solidFill>
                <a:prstDash val="solid"/>
                <a:miter lim="800000"/>
                <a:headEnd len="sm" w="sm" type="none"/>
                <a:tailEnd len="sm" w="sm" type="none"/>
              </a:ln>
            </p:spPr>
          </p:cxnSp>
          <p:cxnSp>
            <p:nvCxnSpPr>
              <p:cNvPr id="803" name="Google Shape;803;p64"/>
              <p:cNvCxnSpPr/>
              <p:nvPr/>
            </p:nvCxnSpPr>
            <p:spPr>
              <a:xfrm flipH="1" rot="10800000">
                <a:off x="7773081" y="2381956"/>
                <a:ext cx="110400" cy="110400"/>
              </a:xfrm>
              <a:prstGeom prst="straightConnector1">
                <a:avLst/>
              </a:prstGeom>
              <a:noFill/>
              <a:ln cap="flat" cmpd="sng" w="16925">
                <a:solidFill>
                  <a:srgbClr val="101820"/>
                </a:solidFill>
                <a:prstDash val="solid"/>
                <a:miter lim="800000"/>
                <a:headEnd len="sm" w="sm" type="none"/>
                <a:tailEnd len="sm" w="sm" type="none"/>
              </a:ln>
            </p:spPr>
          </p:cxnSp>
        </p:grpSp>
      </p:grpSp>
      <p:grpSp>
        <p:nvGrpSpPr>
          <p:cNvPr id="804" name="Google Shape;804;p64"/>
          <p:cNvGrpSpPr/>
          <p:nvPr/>
        </p:nvGrpSpPr>
        <p:grpSpPr>
          <a:xfrm rot="2252351">
            <a:off x="4350010" y="1555988"/>
            <a:ext cx="3933093" cy="3746254"/>
            <a:chOff x="3966111" y="1299645"/>
            <a:chExt cx="4246010" cy="4043880"/>
          </a:xfrm>
        </p:grpSpPr>
        <p:sp>
          <p:nvSpPr>
            <p:cNvPr id="805" name="Google Shape;805;p64"/>
            <p:cNvSpPr/>
            <p:nvPr/>
          </p:nvSpPr>
          <p:spPr>
            <a:xfrm>
              <a:off x="6071653" y="2929990"/>
              <a:ext cx="1471613" cy="2406649"/>
            </a:xfrm>
            <a:custGeom>
              <a:rect b="b" l="l" r="r" t="t"/>
              <a:pathLst>
                <a:path extrusionOk="0" h="730" w="446">
                  <a:moveTo>
                    <a:pt x="393" y="692"/>
                  </a:moveTo>
                  <a:cubicBezTo>
                    <a:pt x="341" y="730"/>
                    <a:pt x="252" y="650"/>
                    <a:pt x="166" y="580"/>
                  </a:cubicBezTo>
                  <a:cubicBezTo>
                    <a:pt x="136" y="555"/>
                    <a:pt x="106" y="532"/>
                    <a:pt x="79" y="515"/>
                  </a:cubicBezTo>
                  <a:cubicBezTo>
                    <a:pt x="52" y="499"/>
                    <a:pt x="28" y="488"/>
                    <a:pt x="6" y="488"/>
                  </a:cubicBezTo>
                  <a:cubicBezTo>
                    <a:pt x="5" y="488"/>
                    <a:pt x="4" y="488"/>
                    <a:pt x="3" y="488"/>
                  </a:cubicBezTo>
                  <a:cubicBezTo>
                    <a:pt x="2" y="488"/>
                    <a:pt x="1" y="487"/>
                    <a:pt x="0" y="487"/>
                  </a:cubicBezTo>
                  <a:cubicBezTo>
                    <a:pt x="60" y="458"/>
                    <a:pt x="110" y="411"/>
                    <a:pt x="142" y="353"/>
                  </a:cubicBezTo>
                  <a:cubicBezTo>
                    <a:pt x="164" y="314"/>
                    <a:pt x="177" y="269"/>
                    <a:pt x="180" y="221"/>
                  </a:cubicBezTo>
                  <a:cubicBezTo>
                    <a:pt x="181" y="215"/>
                    <a:pt x="181" y="208"/>
                    <a:pt x="181" y="202"/>
                  </a:cubicBezTo>
                  <a:cubicBezTo>
                    <a:pt x="181" y="181"/>
                    <a:pt x="179" y="161"/>
                    <a:pt x="175" y="142"/>
                  </a:cubicBezTo>
                  <a:cubicBezTo>
                    <a:pt x="173" y="123"/>
                    <a:pt x="168" y="105"/>
                    <a:pt x="160" y="89"/>
                  </a:cubicBezTo>
                  <a:cubicBezTo>
                    <a:pt x="140" y="47"/>
                    <a:pt x="103" y="15"/>
                    <a:pt x="59" y="0"/>
                  </a:cubicBezTo>
                  <a:cubicBezTo>
                    <a:pt x="81" y="4"/>
                    <a:pt x="102" y="10"/>
                    <a:pt x="122" y="18"/>
                  </a:cubicBezTo>
                  <a:cubicBezTo>
                    <a:pt x="164" y="36"/>
                    <a:pt x="202" y="62"/>
                    <a:pt x="233" y="95"/>
                  </a:cubicBezTo>
                  <a:cubicBezTo>
                    <a:pt x="276" y="141"/>
                    <a:pt x="305" y="200"/>
                    <a:pt x="315" y="265"/>
                  </a:cubicBezTo>
                  <a:cubicBezTo>
                    <a:pt x="315" y="268"/>
                    <a:pt x="316" y="272"/>
                    <a:pt x="316" y="276"/>
                  </a:cubicBezTo>
                  <a:cubicBezTo>
                    <a:pt x="315" y="288"/>
                    <a:pt x="316" y="302"/>
                    <a:pt x="318" y="316"/>
                  </a:cubicBezTo>
                  <a:cubicBezTo>
                    <a:pt x="318" y="316"/>
                    <a:pt x="318" y="316"/>
                    <a:pt x="318" y="316"/>
                  </a:cubicBezTo>
                  <a:cubicBezTo>
                    <a:pt x="324" y="353"/>
                    <a:pt x="340" y="396"/>
                    <a:pt x="357" y="441"/>
                  </a:cubicBezTo>
                  <a:cubicBezTo>
                    <a:pt x="398" y="544"/>
                    <a:pt x="446" y="654"/>
                    <a:pt x="393" y="69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rgbClr val="000000"/>
                </a:solidFill>
                <a:latin typeface="Calibri"/>
                <a:ea typeface="Calibri"/>
                <a:cs typeface="Calibri"/>
                <a:sym typeface="Calibri"/>
              </a:endParaRPr>
            </a:p>
          </p:txBody>
        </p:sp>
        <p:sp>
          <p:nvSpPr>
            <p:cNvPr id="806" name="Google Shape;806;p64"/>
            <p:cNvSpPr/>
            <p:nvPr/>
          </p:nvSpPr>
          <p:spPr>
            <a:xfrm>
              <a:off x="5565758" y="2588160"/>
              <a:ext cx="2646363" cy="1228725"/>
            </a:xfrm>
            <a:custGeom>
              <a:rect b="b" l="l" r="r" t="t"/>
              <a:pathLst>
                <a:path extrusionOk="0" h="373" w="802">
                  <a:moveTo>
                    <a:pt x="602" y="247"/>
                  </a:moveTo>
                  <a:cubicBezTo>
                    <a:pt x="568" y="268"/>
                    <a:pt x="536" y="290"/>
                    <a:pt x="511" y="312"/>
                  </a:cubicBezTo>
                  <a:cubicBezTo>
                    <a:pt x="490" y="330"/>
                    <a:pt x="475" y="349"/>
                    <a:pt x="469" y="368"/>
                  </a:cubicBezTo>
                  <a:cubicBezTo>
                    <a:pt x="467" y="369"/>
                    <a:pt x="465" y="371"/>
                    <a:pt x="464" y="373"/>
                  </a:cubicBezTo>
                  <a:cubicBezTo>
                    <a:pt x="454" y="308"/>
                    <a:pt x="425" y="249"/>
                    <a:pt x="382" y="203"/>
                  </a:cubicBezTo>
                  <a:cubicBezTo>
                    <a:pt x="351" y="170"/>
                    <a:pt x="313" y="144"/>
                    <a:pt x="271" y="126"/>
                  </a:cubicBezTo>
                  <a:cubicBezTo>
                    <a:pt x="251" y="118"/>
                    <a:pt x="230" y="112"/>
                    <a:pt x="208" y="108"/>
                  </a:cubicBezTo>
                  <a:cubicBezTo>
                    <a:pt x="195" y="106"/>
                    <a:pt x="182" y="104"/>
                    <a:pt x="168" y="104"/>
                  </a:cubicBezTo>
                  <a:cubicBezTo>
                    <a:pt x="168" y="104"/>
                    <a:pt x="168" y="104"/>
                    <a:pt x="168" y="104"/>
                  </a:cubicBezTo>
                  <a:cubicBezTo>
                    <a:pt x="164" y="103"/>
                    <a:pt x="159" y="103"/>
                    <a:pt x="155" y="103"/>
                  </a:cubicBezTo>
                  <a:cubicBezTo>
                    <a:pt x="152" y="103"/>
                    <a:pt x="149" y="103"/>
                    <a:pt x="146" y="103"/>
                  </a:cubicBezTo>
                  <a:cubicBezTo>
                    <a:pt x="146" y="103"/>
                    <a:pt x="146" y="103"/>
                    <a:pt x="146" y="103"/>
                  </a:cubicBezTo>
                  <a:cubicBezTo>
                    <a:pt x="80" y="107"/>
                    <a:pt x="24" y="148"/>
                    <a:pt x="0" y="206"/>
                  </a:cubicBezTo>
                  <a:cubicBezTo>
                    <a:pt x="1" y="201"/>
                    <a:pt x="3" y="196"/>
                    <a:pt x="6" y="191"/>
                  </a:cubicBezTo>
                  <a:cubicBezTo>
                    <a:pt x="16" y="166"/>
                    <a:pt x="30" y="143"/>
                    <a:pt x="47" y="121"/>
                  </a:cubicBezTo>
                  <a:cubicBezTo>
                    <a:pt x="77" y="83"/>
                    <a:pt x="116" y="52"/>
                    <a:pt x="161" y="31"/>
                  </a:cubicBezTo>
                  <a:cubicBezTo>
                    <a:pt x="201" y="12"/>
                    <a:pt x="247" y="1"/>
                    <a:pt x="295" y="1"/>
                  </a:cubicBezTo>
                  <a:cubicBezTo>
                    <a:pt x="315" y="1"/>
                    <a:pt x="335" y="3"/>
                    <a:pt x="354" y="6"/>
                  </a:cubicBezTo>
                  <a:cubicBezTo>
                    <a:pt x="358" y="7"/>
                    <a:pt x="361" y="8"/>
                    <a:pt x="365" y="9"/>
                  </a:cubicBezTo>
                  <a:cubicBezTo>
                    <a:pt x="374" y="13"/>
                    <a:pt x="385" y="16"/>
                    <a:pt x="396" y="18"/>
                  </a:cubicBezTo>
                  <a:cubicBezTo>
                    <a:pt x="432" y="24"/>
                    <a:pt x="479" y="23"/>
                    <a:pt x="527" y="20"/>
                  </a:cubicBezTo>
                  <a:cubicBezTo>
                    <a:pt x="640" y="13"/>
                    <a:pt x="762" y="0"/>
                    <a:pt x="782" y="63"/>
                  </a:cubicBezTo>
                  <a:cubicBezTo>
                    <a:pt x="802" y="125"/>
                    <a:pt x="696" y="186"/>
                    <a:pt x="602" y="24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rgbClr val="000000"/>
                </a:solidFill>
                <a:latin typeface="Calibri"/>
                <a:ea typeface="Calibri"/>
                <a:cs typeface="Calibri"/>
                <a:sym typeface="Calibri"/>
              </a:endParaRPr>
            </a:p>
          </p:txBody>
        </p:sp>
        <p:sp>
          <p:nvSpPr>
            <p:cNvPr id="807" name="Google Shape;807;p64"/>
            <p:cNvSpPr/>
            <p:nvPr/>
          </p:nvSpPr>
          <p:spPr>
            <a:xfrm>
              <a:off x="5341938" y="1299645"/>
              <a:ext cx="1412875" cy="2551114"/>
            </a:xfrm>
            <a:custGeom>
              <a:rect b="b" l="l" r="r" t="t"/>
              <a:pathLst>
                <a:path extrusionOk="0" h="774" w="428">
                  <a:moveTo>
                    <a:pt x="428" y="399"/>
                  </a:moveTo>
                  <a:cubicBezTo>
                    <a:pt x="409" y="396"/>
                    <a:pt x="389" y="394"/>
                    <a:pt x="369" y="394"/>
                  </a:cubicBezTo>
                  <a:cubicBezTo>
                    <a:pt x="321" y="394"/>
                    <a:pt x="275" y="405"/>
                    <a:pt x="235" y="424"/>
                  </a:cubicBezTo>
                  <a:cubicBezTo>
                    <a:pt x="190" y="445"/>
                    <a:pt x="151" y="476"/>
                    <a:pt x="121" y="514"/>
                  </a:cubicBezTo>
                  <a:cubicBezTo>
                    <a:pt x="101" y="540"/>
                    <a:pt x="85" y="568"/>
                    <a:pt x="74" y="599"/>
                  </a:cubicBezTo>
                  <a:cubicBezTo>
                    <a:pt x="73" y="600"/>
                    <a:pt x="73" y="600"/>
                    <a:pt x="73" y="600"/>
                  </a:cubicBezTo>
                  <a:cubicBezTo>
                    <a:pt x="69" y="610"/>
                    <a:pt x="66" y="619"/>
                    <a:pt x="64" y="629"/>
                  </a:cubicBezTo>
                  <a:cubicBezTo>
                    <a:pt x="62" y="641"/>
                    <a:pt x="60" y="653"/>
                    <a:pt x="60" y="665"/>
                  </a:cubicBezTo>
                  <a:cubicBezTo>
                    <a:pt x="60" y="706"/>
                    <a:pt x="75" y="744"/>
                    <a:pt x="100" y="774"/>
                  </a:cubicBezTo>
                  <a:cubicBezTo>
                    <a:pt x="83" y="757"/>
                    <a:pt x="67" y="739"/>
                    <a:pt x="54" y="720"/>
                  </a:cubicBezTo>
                  <a:cubicBezTo>
                    <a:pt x="28" y="681"/>
                    <a:pt x="10" y="637"/>
                    <a:pt x="3" y="589"/>
                  </a:cubicBezTo>
                  <a:cubicBezTo>
                    <a:pt x="1" y="574"/>
                    <a:pt x="0" y="559"/>
                    <a:pt x="0" y="544"/>
                  </a:cubicBezTo>
                  <a:cubicBezTo>
                    <a:pt x="0" y="489"/>
                    <a:pt x="14" y="437"/>
                    <a:pt x="39" y="392"/>
                  </a:cubicBezTo>
                  <a:cubicBezTo>
                    <a:pt x="40" y="391"/>
                    <a:pt x="41" y="389"/>
                    <a:pt x="42" y="387"/>
                  </a:cubicBezTo>
                  <a:cubicBezTo>
                    <a:pt x="53" y="377"/>
                    <a:pt x="62" y="362"/>
                    <a:pt x="71" y="345"/>
                  </a:cubicBezTo>
                  <a:cubicBezTo>
                    <a:pt x="86" y="313"/>
                    <a:pt x="98" y="271"/>
                    <a:pt x="110" y="228"/>
                  </a:cubicBezTo>
                  <a:cubicBezTo>
                    <a:pt x="110" y="228"/>
                    <a:pt x="110" y="228"/>
                    <a:pt x="110" y="228"/>
                  </a:cubicBezTo>
                  <a:cubicBezTo>
                    <a:pt x="138" y="119"/>
                    <a:pt x="163" y="0"/>
                    <a:pt x="229" y="0"/>
                  </a:cubicBezTo>
                  <a:cubicBezTo>
                    <a:pt x="295" y="0"/>
                    <a:pt x="320" y="121"/>
                    <a:pt x="349" y="231"/>
                  </a:cubicBezTo>
                  <a:cubicBezTo>
                    <a:pt x="358" y="266"/>
                    <a:pt x="368" y="300"/>
                    <a:pt x="380" y="329"/>
                  </a:cubicBezTo>
                  <a:cubicBezTo>
                    <a:pt x="391" y="357"/>
                    <a:pt x="405" y="380"/>
                    <a:pt x="423" y="393"/>
                  </a:cubicBezTo>
                  <a:cubicBezTo>
                    <a:pt x="424" y="393"/>
                    <a:pt x="425" y="394"/>
                    <a:pt x="426" y="395"/>
                  </a:cubicBezTo>
                  <a:cubicBezTo>
                    <a:pt x="426" y="396"/>
                    <a:pt x="427" y="398"/>
                    <a:pt x="428" y="3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rgbClr val="000000"/>
                </a:solidFill>
                <a:latin typeface="Calibri"/>
                <a:ea typeface="Calibri"/>
                <a:cs typeface="Calibri"/>
                <a:sym typeface="Calibri"/>
              </a:endParaRPr>
            </a:p>
          </p:txBody>
        </p:sp>
        <p:sp>
          <p:nvSpPr>
            <p:cNvPr id="808" name="Google Shape;808;p64"/>
            <p:cNvSpPr/>
            <p:nvPr/>
          </p:nvSpPr>
          <p:spPr>
            <a:xfrm>
              <a:off x="4641851" y="3405188"/>
              <a:ext cx="2033588" cy="1938338"/>
            </a:xfrm>
            <a:custGeom>
              <a:rect b="b" l="l" r="r" t="t"/>
              <a:pathLst>
                <a:path extrusionOk="0" h="588" w="616">
                  <a:moveTo>
                    <a:pt x="616" y="60"/>
                  </a:moveTo>
                  <a:cubicBezTo>
                    <a:pt x="616" y="66"/>
                    <a:pt x="616" y="73"/>
                    <a:pt x="615" y="79"/>
                  </a:cubicBezTo>
                  <a:cubicBezTo>
                    <a:pt x="612" y="127"/>
                    <a:pt x="599" y="172"/>
                    <a:pt x="577" y="211"/>
                  </a:cubicBezTo>
                  <a:cubicBezTo>
                    <a:pt x="545" y="269"/>
                    <a:pt x="495" y="316"/>
                    <a:pt x="435" y="345"/>
                  </a:cubicBezTo>
                  <a:cubicBezTo>
                    <a:pt x="433" y="345"/>
                    <a:pt x="431" y="346"/>
                    <a:pt x="430" y="347"/>
                  </a:cubicBezTo>
                  <a:cubicBezTo>
                    <a:pt x="416" y="349"/>
                    <a:pt x="401" y="355"/>
                    <a:pt x="385" y="363"/>
                  </a:cubicBezTo>
                  <a:cubicBezTo>
                    <a:pt x="352" y="380"/>
                    <a:pt x="316" y="409"/>
                    <a:pt x="279" y="439"/>
                  </a:cubicBezTo>
                  <a:cubicBezTo>
                    <a:pt x="193" y="510"/>
                    <a:pt x="106" y="588"/>
                    <a:pt x="53" y="550"/>
                  </a:cubicBezTo>
                  <a:cubicBezTo>
                    <a:pt x="0" y="511"/>
                    <a:pt x="50" y="399"/>
                    <a:pt x="91" y="294"/>
                  </a:cubicBezTo>
                  <a:cubicBezTo>
                    <a:pt x="105" y="259"/>
                    <a:pt x="118" y="225"/>
                    <a:pt x="125" y="194"/>
                  </a:cubicBezTo>
                  <a:cubicBezTo>
                    <a:pt x="132" y="165"/>
                    <a:pt x="134" y="139"/>
                    <a:pt x="128" y="119"/>
                  </a:cubicBezTo>
                  <a:cubicBezTo>
                    <a:pt x="128" y="117"/>
                    <a:pt x="128" y="114"/>
                    <a:pt x="129" y="112"/>
                  </a:cubicBezTo>
                  <a:cubicBezTo>
                    <a:pt x="173" y="160"/>
                    <a:pt x="232" y="193"/>
                    <a:pt x="299" y="206"/>
                  </a:cubicBezTo>
                  <a:cubicBezTo>
                    <a:pt x="318" y="210"/>
                    <a:pt x="338" y="212"/>
                    <a:pt x="358" y="212"/>
                  </a:cubicBezTo>
                  <a:cubicBezTo>
                    <a:pt x="385" y="212"/>
                    <a:pt x="411" y="208"/>
                    <a:pt x="436" y="202"/>
                  </a:cubicBezTo>
                  <a:cubicBezTo>
                    <a:pt x="455" y="197"/>
                    <a:pt x="473" y="191"/>
                    <a:pt x="490" y="183"/>
                  </a:cubicBezTo>
                  <a:cubicBezTo>
                    <a:pt x="520" y="174"/>
                    <a:pt x="547" y="157"/>
                    <a:pt x="567" y="134"/>
                  </a:cubicBezTo>
                  <a:cubicBezTo>
                    <a:pt x="568" y="132"/>
                    <a:pt x="569" y="131"/>
                    <a:pt x="570" y="130"/>
                  </a:cubicBezTo>
                  <a:cubicBezTo>
                    <a:pt x="570" y="130"/>
                    <a:pt x="570" y="130"/>
                    <a:pt x="570" y="130"/>
                  </a:cubicBezTo>
                  <a:cubicBezTo>
                    <a:pt x="571" y="129"/>
                    <a:pt x="571" y="129"/>
                    <a:pt x="572" y="128"/>
                  </a:cubicBezTo>
                  <a:cubicBezTo>
                    <a:pt x="596" y="99"/>
                    <a:pt x="611" y="61"/>
                    <a:pt x="611" y="19"/>
                  </a:cubicBezTo>
                  <a:cubicBezTo>
                    <a:pt x="611" y="13"/>
                    <a:pt x="611" y="6"/>
                    <a:pt x="610" y="0"/>
                  </a:cubicBezTo>
                  <a:cubicBezTo>
                    <a:pt x="614" y="19"/>
                    <a:pt x="616" y="39"/>
                    <a:pt x="616" y="60"/>
                  </a:cubicBezTo>
                  <a:close/>
                </a:path>
              </a:pathLst>
            </a:custGeom>
            <a:solidFill>
              <a:srgbClr val="9E9E9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rgbClr val="000000"/>
                </a:solidFill>
                <a:latin typeface="Calibri"/>
                <a:ea typeface="Calibri"/>
                <a:cs typeface="Calibri"/>
                <a:sym typeface="Calibri"/>
              </a:endParaRPr>
            </a:p>
          </p:txBody>
        </p:sp>
        <p:sp>
          <p:nvSpPr>
            <p:cNvPr id="809" name="Google Shape;809;p64"/>
            <p:cNvSpPr/>
            <p:nvPr/>
          </p:nvSpPr>
          <p:spPr>
            <a:xfrm>
              <a:off x="3966111" y="2578100"/>
              <a:ext cx="2324099" cy="1525588"/>
            </a:xfrm>
            <a:custGeom>
              <a:rect b="b" l="l" r="r" t="t"/>
              <a:pathLst>
                <a:path extrusionOk="0" h="463" w="704">
                  <a:moveTo>
                    <a:pt x="704" y="431"/>
                  </a:moveTo>
                  <a:cubicBezTo>
                    <a:pt x="702" y="432"/>
                    <a:pt x="699" y="433"/>
                    <a:pt x="697" y="434"/>
                  </a:cubicBezTo>
                  <a:cubicBezTo>
                    <a:pt x="680" y="442"/>
                    <a:pt x="662" y="448"/>
                    <a:pt x="643" y="453"/>
                  </a:cubicBezTo>
                  <a:cubicBezTo>
                    <a:pt x="618" y="459"/>
                    <a:pt x="592" y="463"/>
                    <a:pt x="565" y="463"/>
                  </a:cubicBezTo>
                  <a:cubicBezTo>
                    <a:pt x="545" y="463"/>
                    <a:pt x="525" y="461"/>
                    <a:pt x="506" y="457"/>
                  </a:cubicBezTo>
                  <a:cubicBezTo>
                    <a:pt x="439" y="444"/>
                    <a:pt x="380" y="411"/>
                    <a:pt x="336" y="363"/>
                  </a:cubicBezTo>
                  <a:cubicBezTo>
                    <a:pt x="333" y="360"/>
                    <a:pt x="330" y="357"/>
                    <a:pt x="327" y="353"/>
                  </a:cubicBezTo>
                  <a:cubicBezTo>
                    <a:pt x="322" y="345"/>
                    <a:pt x="315" y="336"/>
                    <a:pt x="307" y="328"/>
                  </a:cubicBezTo>
                  <a:cubicBezTo>
                    <a:pt x="281" y="301"/>
                    <a:pt x="242" y="274"/>
                    <a:pt x="200" y="247"/>
                  </a:cubicBezTo>
                  <a:cubicBezTo>
                    <a:pt x="105" y="186"/>
                    <a:pt x="0" y="126"/>
                    <a:pt x="21" y="64"/>
                  </a:cubicBezTo>
                  <a:cubicBezTo>
                    <a:pt x="41" y="0"/>
                    <a:pt x="164" y="15"/>
                    <a:pt x="278" y="21"/>
                  </a:cubicBezTo>
                  <a:cubicBezTo>
                    <a:pt x="316" y="23"/>
                    <a:pt x="352" y="24"/>
                    <a:pt x="384" y="22"/>
                  </a:cubicBezTo>
                  <a:cubicBezTo>
                    <a:pt x="413" y="19"/>
                    <a:pt x="437" y="13"/>
                    <a:pt x="454" y="1"/>
                  </a:cubicBezTo>
                  <a:cubicBezTo>
                    <a:pt x="455" y="1"/>
                    <a:pt x="457" y="0"/>
                    <a:pt x="458" y="0"/>
                  </a:cubicBezTo>
                  <a:cubicBezTo>
                    <a:pt x="433" y="45"/>
                    <a:pt x="419" y="97"/>
                    <a:pt x="419" y="152"/>
                  </a:cubicBezTo>
                  <a:cubicBezTo>
                    <a:pt x="419" y="167"/>
                    <a:pt x="420" y="182"/>
                    <a:pt x="422" y="197"/>
                  </a:cubicBezTo>
                  <a:cubicBezTo>
                    <a:pt x="429" y="245"/>
                    <a:pt x="447" y="289"/>
                    <a:pt x="473" y="328"/>
                  </a:cubicBezTo>
                  <a:cubicBezTo>
                    <a:pt x="486" y="347"/>
                    <a:pt x="502" y="365"/>
                    <a:pt x="519" y="382"/>
                  </a:cubicBezTo>
                  <a:cubicBezTo>
                    <a:pt x="537" y="403"/>
                    <a:pt x="561" y="420"/>
                    <a:pt x="587" y="430"/>
                  </a:cubicBezTo>
                  <a:cubicBezTo>
                    <a:pt x="583" y="428"/>
                    <a:pt x="578" y="425"/>
                    <a:pt x="574" y="422"/>
                  </a:cubicBezTo>
                  <a:cubicBezTo>
                    <a:pt x="578" y="425"/>
                    <a:pt x="583" y="427"/>
                    <a:pt x="588" y="429"/>
                  </a:cubicBezTo>
                  <a:cubicBezTo>
                    <a:pt x="607" y="436"/>
                    <a:pt x="627" y="440"/>
                    <a:pt x="649" y="440"/>
                  </a:cubicBezTo>
                  <a:cubicBezTo>
                    <a:pt x="666" y="440"/>
                    <a:pt x="682" y="437"/>
                    <a:pt x="698" y="433"/>
                  </a:cubicBezTo>
                  <a:cubicBezTo>
                    <a:pt x="700" y="432"/>
                    <a:pt x="702" y="431"/>
                    <a:pt x="704" y="4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rgbClr val="000000"/>
                </a:solidFill>
                <a:latin typeface="Calibri"/>
                <a:ea typeface="Calibri"/>
                <a:cs typeface="Calibri"/>
                <a:sym typeface="Calibri"/>
              </a:endParaRPr>
            </a:p>
          </p:txBody>
        </p:sp>
      </p:grpSp>
      <p:sp>
        <p:nvSpPr>
          <p:cNvPr id="810" name="Google Shape;810;p64"/>
          <p:cNvSpPr txBox="1"/>
          <p:nvPr/>
        </p:nvSpPr>
        <p:spPr>
          <a:xfrm>
            <a:off x="8491388" y="1080000"/>
            <a:ext cx="2734200" cy="1320000"/>
          </a:xfrm>
          <a:prstGeom prst="rect">
            <a:avLst/>
          </a:prstGeom>
          <a:noFill/>
          <a:ln>
            <a:noFill/>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US" sz="1600">
                <a:solidFill>
                  <a:schemeClr val="accent3"/>
                </a:solidFill>
                <a:latin typeface="Inter Medium"/>
                <a:ea typeface="Inter Medium"/>
                <a:cs typeface="Inter Medium"/>
                <a:sym typeface="Inter Medium"/>
              </a:rPr>
              <a:t>Texte</a:t>
            </a:r>
            <a:endParaRPr sz="1600">
              <a:solidFill>
                <a:srgbClr val="101820"/>
              </a:solidFill>
              <a:latin typeface="Inter Medium"/>
              <a:ea typeface="Inter Medium"/>
              <a:cs typeface="Inter Medium"/>
              <a:sym typeface="Inter Medium"/>
            </a:endParaRPr>
          </a:p>
        </p:txBody>
      </p:sp>
      <p:sp>
        <p:nvSpPr>
          <p:cNvPr id="811" name="Google Shape;811;p64"/>
          <p:cNvSpPr txBox="1"/>
          <p:nvPr/>
        </p:nvSpPr>
        <p:spPr>
          <a:xfrm>
            <a:off x="4829030" y="5955900"/>
            <a:ext cx="2734200" cy="840000"/>
          </a:xfrm>
          <a:prstGeom prst="rect">
            <a:avLst/>
          </a:prstGeom>
          <a:noFill/>
          <a:ln>
            <a:noFill/>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US" sz="1600">
                <a:solidFill>
                  <a:schemeClr val="accent3"/>
                </a:solidFill>
                <a:latin typeface="Inter Medium"/>
                <a:ea typeface="Inter Medium"/>
                <a:cs typeface="Inter Medium"/>
                <a:sym typeface="Inter Medium"/>
              </a:rPr>
              <a:t>Texte</a:t>
            </a:r>
            <a:endParaRPr sz="1600">
              <a:solidFill>
                <a:srgbClr val="101820"/>
              </a:solidFill>
              <a:latin typeface="Inter Medium"/>
              <a:ea typeface="Inter Medium"/>
              <a:cs typeface="Inter Medium"/>
              <a:sym typeface="Inter Medium"/>
            </a:endParaRPr>
          </a:p>
        </p:txBody>
      </p:sp>
      <p:sp>
        <p:nvSpPr>
          <p:cNvPr id="812" name="Google Shape;812;p64"/>
          <p:cNvSpPr txBox="1"/>
          <p:nvPr/>
        </p:nvSpPr>
        <p:spPr>
          <a:xfrm>
            <a:off x="8491388" y="3720000"/>
            <a:ext cx="2734200" cy="1320000"/>
          </a:xfrm>
          <a:prstGeom prst="rect">
            <a:avLst/>
          </a:prstGeom>
          <a:noFill/>
          <a:ln>
            <a:noFill/>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US" sz="1600">
                <a:solidFill>
                  <a:schemeClr val="accent3"/>
                </a:solidFill>
                <a:latin typeface="Inter Medium"/>
                <a:ea typeface="Inter Medium"/>
                <a:cs typeface="Inter Medium"/>
                <a:sym typeface="Inter Medium"/>
              </a:rPr>
              <a:t>Texte</a:t>
            </a:r>
            <a:endParaRPr sz="1600">
              <a:solidFill>
                <a:srgbClr val="101820"/>
              </a:solidFill>
              <a:latin typeface="Inter Medium"/>
              <a:ea typeface="Inter Medium"/>
              <a:cs typeface="Inter Medium"/>
              <a:sym typeface="Inter Medium"/>
            </a:endParaRPr>
          </a:p>
        </p:txBody>
      </p:sp>
      <p:sp>
        <p:nvSpPr>
          <p:cNvPr id="813" name="Google Shape;813;p64"/>
          <p:cNvSpPr txBox="1"/>
          <p:nvPr/>
        </p:nvSpPr>
        <p:spPr>
          <a:xfrm>
            <a:off x="847546" y="1080000"/>
            <a:ext cx="2734200" cy="1320000"/>
          </a:xfrm>
          <a:prstGeom prst="rect">
            <a:avLst/>
          </a:prstGeom>
          <a:noFill/>
          <a:ln>
            <a:noFill/>
          </a:ln>
        </p:spPr>
        <p:txBody>
          <a:bodyPr anchorCtr="0" anchor="ctr" bIns="121875" lIns="121875" spcFirstLastPara="1" rIns="121875" wrap="square" tIns="121875">
            <a:noAutofit/>
          </a:bodyPr>
          <a:lstStyle/>
          <a:p>
            <a:pPr indent="0" lvl="0" marL="0" rtl="0" algn="r">
              <a:spcBef>
                <a:spcPts val="0"/>
              </a:spcBef>
              <a:spcAft>
                <a:spcPts val="0"/>
              </a:spcAft>
              <a:buNone/>
            </a:pPr>
            <a:r>
              <a:rPr lang="en-US" sz="1600">
                <a:solidFill>
                  <a:srgbClr val="101820"/>
                </a:solidFill>
                <a:latin typeface="Inter Medium"/>
                <a:ea typeface="Inter Medium"/>
                <a:cs typeface="Inter Medium"/>
                <a:sym typeface="Inter Medium"/>
              </a:rPr>
              <a:t>Texte</a:t>
            </a:r>
            <a:endParaRPr sz="1600">
              <a:solidFill>
                <a:srgbClr val="101820"/>
              </a:solidFill>
              <a:latin typeface="Inter Medium"/>
              <a:ea typeface="Inter Medium"/>
              <a:cs typeface="Inter Medium"/>
              <a:sym typeface="Inter Medium"/>
            </a:endParaRPr>
          </a:p>
        </p:txBody>
      </p:sp>
      <p:sp>
        <p:nvSpPr>
          <p:cNvPr id="814" name="Google Shape;814;p64"/>
          <p:cNvSpPr txBox="1"/>
          <p:nvPr/>
        </p:nvSpPr>
        <p:spPr>
          <a:xfrm>
            <a:off x="847546" y="3720000"/>
            <a:ext cx="2734200" cy="1320000"/>
          </a:xfrm>
          <a:prstGeom prst="rect">
            <a:avLst/>
          </a:prstGeom>
          <a:noFill/>
          <a:ln>
            <a:noFill/>
          </a:ln>
        </p:spPr>
        <p:txBody>
          <a:bodyPr anchorCtr="0" anchor="ctr" bIns="121875" lIns="121875" spcFirstLastPara="1" rIns="121875" wrap="square" tIns="121875">
            <a:noAutofit/>
          </a:bodyPr>
          <a:lstStyle/>
          <a:p>
            <a:pPr indent="0" lvl="0" marL="0" rtl="0" algn="r">
              <a:spcBef>
                <a:spcPts val="0"/>
              </a:spcBef>
              <a:spcAft>
                <a:spcPts val="0"/>
              </a:spcAft>
              <a:buClr>
                <a:schemeClr val="dk1"/>
              </a:buClr>
              <a:buSzPts val="1500"/>
              <a:buFont typeface="Arial"/>
              <a:buNone/>
            </a:pPr>
            <a:r>
              <a:rPr lang="en-US" sz="1600">
                <a:solidFill>
                  <a:schemeClr val="accent3"/>
                </a:solidFill>
                <a:latin typeface="Inter Medium"/>
                <a:ea typeface="Inter Medium"/>
                <a:cs typeface="Inter Medium"/>
                <a:sym typeface="Inter Medium"/>
              </a:rPr>
              <a:t>Texte</a:t>
            </a:r>
            <a:endParaRPr sz="1600">
              <a:solidFill>
                <a:srgbClr val="101820"/>
              </a:solidFill>
              <a:latin typeface="Inter Medium"/>
              <a:ea typeface="Inter Medium"/>
              <a:cs typeface="Inter Medium"/>
              <a:sym typeface="Inter Medium"/>
            </a:endParaRPr>
          </a:p>
        </p:txBody>
      </p:sp>
      <p:cxnSp>
        <p:nvCxnSpPr>
          <p:cNvPr id="815" name="Google Shape;815;p64"/>
          <p:cNvCxnSpPr>
            <a:endCxn id="811" idx="0"/>
          </p:cNvCxnSpPr>
          <p:nvPr/>
        </p:nvCxnSpPr>
        <p:spPr>
          <a:xfrm flipH="1">
            <a:off x="6196130" y="5562600"/>
            <a:ext cx="5700" cy="393300"/>
          </a:xfrm>
          <a:prstGeom prst="straightConnector1">
            <a:avLst/>
          </a:prstGeom>
          <a:noFill/>
          <a:ln cap="flat" cmpd="sng" w="12700">
            <a:solidFill>
              <a:srgbClr val="E51951"/>
            </a:solidFill>
            <a:prstDash val="dash"/>
            <a:miter lim="800000"/>
            <a:headEnd len="sm" w="sm" type="none"/>
            <a:tailEnd len="med" w="med" type="triangle"/>
          </a:ln>
        </p:spPr>
      </p:cxnSp>
      <p:cxnSp>
        <p:nvCxnSpPr>
          <p:cNvPr id="816" name="Google Shape;816;p64"/>
          <p:cNvCxnSpPr>
            <a:endCxn id="812" idx="1"/>
          </p:cNvCxnSpPr>
          <p:nvPr/>
        </p:nvCxnSpPr>
        <p:spPr>
          <a:xfrm>
            <a:off x="8138588" y="4203600"/>
            <a:ext cx="352800" cy="176400"/>
          </a:xfrm>
          <a:prstGeom prst="straightConnector1">
            <a:avLst/>
          </a:prstGeom>
          <a:noFill/>
          <a:ln cap="flat" cmpd="sng" w="12700">
            <a:solidFill>
              <a:srgbClr val="F4919E"/>
            </a:solidFill>
            <a:prstDash val="dash"/>
            <a:miter lim="800000"/>
            <a:headEnd len="sm" w="sm" type="none"/>
            <a:tailEnd len="med" w="med" type="triangle"/>
          </a:ln>
        </p:spPr>
      </p:cxnSp>
      <p:cxnSp>
        <p:nvCxnSpPr>
          <p:cNvPr id="817" name="Google Shape;817;p64"/>
          <p:cNvCxnSpPr>
            <a:endCxn id="810" idx="1"/>
          </p:cNvCxnSpPr>
          <p:nvPr/>
        </p:nvCxnSpPr>
        <p:spPr>
          <a:xfrm flipH="1" rot="10800000">
            <a:off x="7478588" y="1740000"/>
            <a:ext cx="1012800" cy="216000"/>
          </a:xfrm>
          <a:prstGeom prst="straightConnector1">
            <a:avLst/>
          </a:prstGeom>
          <a:noFill/>
          <a:ln cap="flat" cmpd="sng" w="12700">
            <a:solidFill>
              <a:srgbClr val="888888"/>
            </a:solidFill>
            <a:prstDash val="dash"/>
            <a:miter lim="800000"/>
            <a:headEnd len="sm" w="sm" type="none"/>
            <a:tailEnd len="med" w="med" type="triangle"/>
          </a:ln>
        </p:spPr>
      </p:cxnSp>
      <p:cxnSp>
        <p:nvCxnSpPr>
          <p:cNvPr id="818" name="Google Shape;818;p64"/>
          <p:cNvCxnSpPr>
            <a:endCxn id="814" idx="3"/>
          </p:cNvCxnSpPr>
          <p:nvPr/>
        </p:nvCxnSpPr>
        <p:spPr>
          <a:xfrm flipH="1">
            <a:off x="3581746" y="4127700"/>
            <a:ext cx="722700" cy="252300"/>
          </a:xfrm>
          <a:prstGeom prst="straightConnector1">
            <a:avLst/>
          </a:prstGeom>
          <a:noFill/>
          <a:ln cap="flat" cmpd="sng" w="12700">
            <a:solidFill>
              <a:srgbClr val="9E9E9E"/>
            </a:solidFill>
            <a:prstDash val="dash"/>
            <a:miter lim="800000"/>
            <a:headEnd len="sm" w="sm" type="none"/>
            <a:tailEnd len="med" w="med" type="triangle"/>
          </a:ln>
        </p:spPr>
      </p:cxnSp>
      <p:cxnSp>
        <p:nvCxnSpPr>
          <p:cNvPr id="819" name="Google Shape;819;p64"/>
          <p:cNvCxnSpPr>
            <a:endCxn id="813" idx="3"/>
          </p:cNvCxnSpPr>
          <p:nvPr/>
        </p:nvCxnSpPr>
        <p:spPr>
          <a:xfrm rot="10800000">
            <a:off x="3581746" y="1740000"/>
            <a:ext cx="1497300" cy="152400"/>
          </a:xfrm>
          <a:prstGeom prst="straightConnector1">
            <a:avLst/>
          </a:prstGeom>
          <a:noFill/>
          <a:ln cap="flat" cmpd="sng" w="12700">
            <a:solidFill>
              <a:srgbClr val="D71953"/>
            </a:solidFill>
            <a:prstDash val="dash"/>
            <a:miter lim="800000"/>
            <a:headEnd len="sm" w="sm" type="none"/>
            <a:tailEnd len="med" w="med" type="triangle"/>
          </a:ln>
        </p:spPr>
      </p:cxnSp>
      <p:pic>
        <p:nvPicPr>
          <p:cNvPr id="820" name="Google Shape;820;p64"/>
          <p:cNvPicPr preferRelativeResize="0"/>
          <p:nvPr/>
        </p:nvPicPr>
        <p:blipFill>
          <a:blip r:embed="rId3">
            <a:alphaModFix/>
          </a:blip>
          <a:stretch>
            <a:fillRect/>
          </a:stretch>
        </p:blipFill>
        <p:spPr>
          <a:xfrm>
            <a:off x="4978675" y="1838741"/>
            <a:ext cx="479875" cy="479875"/>
          </a:xfrm>
          <a:prstGeom prst="rect">
            <a:avLst/>
          </a:prstGeom>
          <a:noFill/>
          <a:ln>
            <a:noFill/>
          </a:ln>
        </p:spPr>
      </p:pic>
      <p:pic>
        <p:nvPicPr>
          <p:cNvPr id="821" name="Google Shape;821;p64"/>
          <p:cNvPicPr preferRelativeResize="0"/>
          <p:nvPr/>
        </p:nvPicPr>
        <p:blipFill>
          <a:blip r:embed="rId4">
            <a:alphaModFix/>
          </a:blip>
          <a:stretch>
            <a:fillRect/>
          </a:stretch>
        </p:blipFill>
        <p:spPr>
          <a:xfrm>
            <a:off x="7146135" y="1927710"/>
            <a:ext cx="407894" cy="407894"/>
          </a:xfrm>
          <a:prstGeom prst="rect">
            <a:avLst/>
          </a:prstGeom>
          <a:noFill/>
          <a:ln>
            <a:noFill/>
          </a:ln>
        </p:spPr>
      </p:pic>
      <p:pic>
        <p:nvPicPr>
          <p:cNvPr id="822" name="Google Shape;822;p64"/>
          <p:cNvPicPr preferRelativeResize="0"/>
          <p:nvPr/>
        </p:nvPicPr>
        <p:blipFill>
          <a:blip r:embed="rId5">
            <a:alphaModFix/>
          </a:blip>
          <a:stretch>
            <a:fillRect/>
          </a:stretch>
        </p:blipFill>
        <p:spPr>
          <a:xfrm>
            <a:off x="7524573" y="3881441"/>
            <a:ext cx="431887" cy="431887"/>
          </a:xfrm>
          <a:prstGeom prst="rect">
            <a:avLst/>
          </a:prstGeom>
          <a:noFill/>
          <a:ln>
            <a:noFill/>
          </a:ln>
        </p:spPr>
      </p:pic>
      <p:pic>
        <p:nvPicPr>
          <p:cNvPr id="823" name="Google Shape;823;p64"/>
          <p:cNvPicPr preferRelativeResize="0"/>
          <p:nvPr/>
        </p:nvPicPr>
        <p:blipFill>
          <a:blip r:embed="rId6">
            <a:alphaModFix/>
          </a:blip>
          <a:stretch>
            <a:fillRect/>
          </a:stretch>
        </p:blipFill>
        <p:spPr>
          <a:xfrm>
            <a:off x="5946488" y="4975255"/>
            <a:ext cx="479875" cy="479875"/>
          </a:xfrm>
          <a:prstGeom prst="rect">
            <a:avLst/>
          </a:prstGeom>
          <a:noFill/>
          <a:ln>
            <a:noFill/>
          </a:ln>
        </p:spPr>
      </p:pic>
      <p:pic>
        <p:nvPicPr>
          <p:cNvPr id="824" name="Google Shape;824;p64"/>
          <p:cNvPicPr preferRelativeResize="0"/>
          <p:nvPr/>
        </p:nvPicPr>
        <p:blipFill>
          <a:blip r:embed="rId7">
            <a:alphaModFix/>
          </a:blip>
          <a:stretch>
            <a:fillRect/>
          </a:stretch>
        </p:blipFill>
        <p:spPr>
          <a:xfrm>
            <a:off x="4333329" y="3788622"/>
            <a:ext cx="479875" cy="479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8" name="Shape 828"/>
        <p:cNvGrpSpPr/>
        <p:nvPr/>
      </p:nvGrpSpPr>
      <p:grpSpPr>
        <a:xfrm>
          <a:off x="0" y="0"/>
          <a:ext cx="0" cy="0"/>
          <a:chOff x="0" y="0"/>
          <a:chExt cx="0" cy="0"/>
        </a:xfrm>
      </p:grpSpPr>
      <p:sp>
        <p:nvSpPr>
          <p:cNvPr id="829" name="Google Shape;829;p65"/>
          <p:cNvSpPr/>
          <p:nvPr/>
        </p:nvSpPr>
        <p:spPr>
          <a:xfrm>
            <a:off x="380901" y="5048250"/>
            <a:ext cx="19200" cy="1428900"/>
          </a:xfrm>
          <a:prstGeom prst="rect">
            <a:avLst/>
          </a:prstGeom>
          <a:solidFill>
            <a:srgbClr val="C0504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0" name="Google Shape;830;p65"/>
          <p:cNvSpPr txBox="1"/>
          <p:nvPr/>
        </p:nvSpPr>
        <p:spPr>
          <a:xfrm>
            <a:off x="761802" y="571500"/>
            <a:ext cx="111984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1F1F1F"/>
                </a:solidFill>
                <a:latin typeface="Chakra Petch"/>
                <a:ea typeface="Chakra Petch"/>
                <a:cs typeface="Chakra Petch"/>
                <a:sym typeface="Chakra Petch"/>
              </a:rPr>
              <a:t>OFFRE FINANCIÈRE</a:t>
            </a:r>
            <a:endParaRPr/>
          </a:p>
        </p:txBody>
      </p:sp>
      <p:graphicFrame>
        <p:nvGraphicFramePr>
          <p:cNvPr id="831" name="Google Shape;831;p65"/>
          <p:cNvGraphicFramePr/>
          <p:nvPr/>
        </p:nvGraphicFramePr>
        <p:xfrm>
          <a:off x="761802" y="2166193"/>
          <a:ext cx="3000000" cy="3000000"/>
        </p:xfrm>
        <a:graphic>
          <a:graphicData uri="http://schemas.openxmlformats.org/drawingml/2006/table">
            <a:tbl>
              <a:tblPr bandRow="1" firstRow="1">
                <a:noFill/>
                <a:tableStyleId>{25FDE8E7-1299-469C-8469-020B3AA9B19E}</a:tableStyleId>
              </a:tblPr>
              <a:tblGrid>
                <a:gridCol w="6399125"/>
                <a:gridCol w="2133050"/>
                <a:gridCol w="2133050"/>
              </a:tblGrid>
              <a:tr h="729550">
                <a:tc>
                  <a:txBody>
                    <a:bodyPr/>
                    <a:lstStyle/>
                    <a:p>
                      <a:pPr indent="0" lvl="0" marL="0" marR="0" rtl="0" algn="l">
                        <a:spcBef>
                          <a:spcPts val="0"/>
                        </a:spcBef>
                        <a:spcAft>
                          <a:spcPts val="0"/>
                        </a:spcAft>
                        <a:buNone/>
                      </a:pPr>
                      <a:r>
                        <a:rPr b="0" i="0" lang="en-US" sz="1350" u="none" cap="none" strike="noStrike">
                          <a:solidFill>
                            <a:srgbClr val="FFFFFF"/>
                          </a:solidFill>
                          <a:latin typeface="Chakra Petch SemiBold"/>
                          <a:ea typeface="Chakra Petch SemiBold"/>
                          <a:cs typeface="Chakra Petch SemiBold"/>
                          <a:sym typeface="Chakra Petch SemiBold"/>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F1F1F"/>
                    </a:solidFill>
                  </a:tcPr>
                </a:tc>
                <a:tc>
                  <a:txBody>
                    <a:bodyPr/>
                    <a:lstStyle/>
                    <a:p>
                      <a:pPr indent="0" lvl="0" marL="0" marR="0" rtl="0" algn="l">
                        <a:spcBef>
                          <a:spcPts val="0"/>
                        </a:spcBef>
                        <a:spcAft>
                          <a:spcPts val="0"/>
                        </a:spcAft>
                        <a:buNone/>
                      </a:pPr>
                      <a:r>
                        <a:rPr b="0" i="0" lang="en-US" sz="1350" u="none" cap="none" strike="noStrike">
                          <a:solidFill>
                            <a:srgbClr val="FFFFFF"/>
                          </a:solidFill>
                          <a:latin typeface="Chakra Petch SemiBold"/>
                          <a:ea typeface="Chakra Petch SemiBold"/>
                          <a:cs typeface="Chakra Petch SemiBold"/>
                          <a:sym typeface="Chakra Petch SemiBold"/>
                        </a:rPr>
                        <a:t>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F1F1F"/>
                    </a:solidFill>
                  </a:tcPr>
                </a:tc>
                <a:tc>
                  <a:txBody>
                    <a:bodyPr/>
                    <a:lstStyle/>
                    <a:p>
                      <a:pPr indent="0" lvl="0" marL="0" marR="0" rtl="0" algn="r">
                        <a:spcBef>
                          <a:spcPts val="0"/>
                        </a:spcBef>
                        <a:spcAft>
                          <a:spcPts val="0"/>
                        </a:spcAft>
                        <a:buNone/>
                      </a:pPr>
                      <a:r>
                        <a:rPr b="0" i="0" lang="en-US" sz="1350" u="none" cap="none" strike="noStrike">
                          <a:solidFill>
                            <a:srgbClr val="FFFFFF"/>
                          </a:solidFill>
                          <a:latin typeface="Chakra Petch SemiBold"/>
                          <a:ea typeface="Chakra Petch SemiBold"/>
                          <a:cs typeface="Chakra Petch SemiBold"/>
                          <a:sym typeface="Chakra Petch SemiBold"/>
                        </a:rPr>
                        <a:t>Montant HT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F1F1F"/>
                    </a:solidFill>
                  </a:tcPr>
                </a:tc>
              </a:tr>
              <a:tr h="729550">
                <a:tc>
                  <a:txBody>
                    <a:bodyPr/>
                    <a:lstStyle/>
                    <a:p>
                      <a:pPr indent="0" lvl="0" marL="0" marR="0" rtl="0" algn="l">
                        <a:spcBef>
                          <a:spcPts val="0"/>
                        </a:spcBef>
                        <a:spcAft>
                          <a:spcPts val="0"/>
                        </a:spcAft>
                        <a:buNone/>
                      </a:pPr>
                      <a:r>
                        <a:rPr b="1" i="0" lang="en-US" sz="1350" u="none" cap="none" strike="noStrike">
                          <a:solidFill>
                            <a:srgbClr val="474747"/>
                          </a:solidFill>
                          <a:latin typeface="Inter"/>
                          <a:ea typeface="Inter"/>
                          <a:cs typeface="Inter"/>
                          <a:sym typeface="Inter"/>
                        </a:rPr>
                        <a:t>Prestation Forfaitaire WEnvision</a:t>
                      </a:r>
                      <a:br>
                        <a:rPr lang="en-US" sz="1800" u="none" cap="none" strike="noStrike">
                          <a:solidFill>
                            <a:schemeClr val="dk1"/>
                          </a:solidFill>
                          <a:latin typeface="Calibri"/>
                          <a:ea typeface="Calibri"/>
                          <a:cs typeface="Calibri"/>
                          <a:sym typeface="Calibri"/>
                        </a:rPr>
                      </a:br>
                      <a:r>
                        <a:rPr b="0" i="0" lang="en-US" sz="1350" u="none" cap="none" strike="noStrike">
                          <a:solidFill>
                            <a:srgbClr val="666666"/>
                          </a:solidFill>
                          <a:latin typeface="Inter"/>
                          <a:ea typeface="Inter"/>
                          <a:cs typeface="Inter"/>
                          <a:sym typeface="Inter"/>
                        </a:rPr>
                        <a:t>Phases 0, 1 et 2 (Cadrage, Implémentation, Mise en Prod)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474747"/>
                          </a:solidFill>
                          <a:latin typeface="Inter"/>
                          <a:ea typeface="Inter"/>
                          <a:cs typeface="Inter"/>
                          <a:sym typeface="Inter"/>
                        </a:rPr>
                        <a:t>Forfait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i="0" lang="en-US" sz="1350" u="none" cap="none" strike="noStrike">
                          <a:solidFill>
                            <a:srgbClr val="474747"/>
                          </a:solidFill>
                          <a:latin typeface="Inter"/>
                          <a:ea typeface="Inter"/>
                          <a:cs typeface="Inter"/>
                          <a:sym typeface="Inter"/>
                        </a:rPr>
                        <a:t>35</a:t>
                      </a:r>
                      <a:r>
                        <a:rPr b="1" i="0" lang="en-US" sz="1350" u="none" cap="none" strike="noStrike">
                          <a:solidFill>
                            <a:srgbClr val="474747"/>
                          </a:solidFill>
                          <a:latin typeface="Inter"/>
                          <a:ea typeface="Inter"/>
                          <a:cs typeface="Inter"/>
                          <a:sym typeface="Inter"/>
                        </a:rPr>
                        <a:t> 000 €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729550">
                <a:tc>
                  <a:txBody>
                    <a:bodyPr/>
                    <a:lstStyle/>
                    <a:p>
                      <a:pPr indent="0" lvl="0" marL="0" marR="0" rtl="0" algn="l">
                        <a:spcBef>
                          <a:spcPts val="0"/>
                        </a:spcBef>
                        <a:spcAft>
                          <a:spcPts val="0"/>
                        </a:spcAft>
                        <a:buNone/>
                      </a:pPr>
                      <a:r>
                        <a:rPr b="1" i="0" lang="en-US" sz="1350" u="none" cap="none" strike="noStrike">
                          <a:solidFill>
                            <a:srgbClr val="474747"/>
                          </a:solidFill>
                          <a:latin typeface="Inter"/>
                          <a:ea typeface="Inter"/>
                          <a:cs typeface="Inter"/>
                          <a:sym typeface="Inter"/>
                        </a:rPr>
                        <a:t>Support Post-Lancement</a:t>
                      </a:r>
                      <a:br>
                        <a:rPr lang="en-US" sz="1800" u="none" cap="none" strike="noStrike">
                          <a:solidFill>
                            <a:schemeClr val="dk1"/>
                          </a:solidFill>
                          <a:latin typeface="Calibri"/>
                          <a:ea typeface="Calibri"/>
                          <a:cs typeface="Calibri"/>
                          <a:sym typeface="Calibri"/>
                        </a:rPr>
                      </a:br>
                      <a:r>
                        <a:rPr b="0" i="0" lang="en-US" sz="1350" u="none" cap="none" strike="noStrike">
                          <a:solidFill>
                            <a:srgbClr val="666666"/>
                          </a:solidFill>
                          <a:latin typeface="Inter"/>
                          <a:ea typeface="Inter"/>
                          <a:cs typeface="Inter"/>
                          <a:sym typeface="Inter"/>
                        </a:rPr>
                        <a:t>Phase 3 (Enveloppe support sur 1 mois)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spcBef>
                          <a:spcPts val="0"/>
                        </a:spcBef>
                        <a:spcAft>
                          <a:spcPts val="0"/>
                        </a:spcAft>
                        <a:buNone/>
                      </a:pPr>
                      <a:r>
                        <a:rPr b="0" i="0" lang="en-US" sz="1350" u="none" cap="none" strike="noStrike">
                          <a:solidFill>
                            <a:srgbClr val="474747"/>
                          </a:solidFill>
                          <a:latin typeface="Inter"/>
                          <a:ea typeface="Inter"/>
                          <a:cs typeface="Inter"/>
                          <a:sym typeface="Inter"/>
                        </a:rPr>
                        <a:t>Forfait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r">
                        <a:spcBef>
                          <a:spcPts val="0"/>
                        </a:spcBef>
                        <a:spcAft>
                          <a:spcPts val="0"/>
                        </a:spcAft>
                        <a:buNone/>
                      </a:pPr>
                      <a:r>
                        <a:rPr b="1" i="0" lang="en-US" sz="1350" u="none" cap="none" strike="noStrike">
                          <a:solidFill>
                            <a:srgbClr val="474747"/>
                          </a:solidFill>
                          <a:latin typeface="Inter"/>
                          <a:ea typeface="Inter"/>
                          <a:cs typeface="Inter"/>
                          <a:sym typeface="Inter"/>
                        </a:rPr>
                        <a:t>5 000 €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r h="729550">
                <a:tc>
                  <a:txBody>
                    <a:bodyPr/>
                    <a:lstStyle/>
                    <a:p>
                      <a:pPr indent="0" lvl="0" marL="0" marR="0" rtl="0" algn="l">
                        <a:spcBef>
                          <a:spcPts val="0"/>
                        </a:spcBef>
                        <a:spcAft>
                          <a:spcPts val="0"/>
                        </a:spcAft>
                        <a:buNone/>
                      </a:pPr>
                      <a:r>
                        <a:rPr b="1" i="0" lang="en-US" sz="1500" u="none" cap="none" strike="noStrike">
                          <a:solidFill>
                            <a:srgbClr val="C0504D"/>
                          </a:solidFill>
                          <a:latin typeface="Inter"/>
                          <a:ea typeface="Inter"/>
                          <a:cs typeface="Inter"/>
                          <a:sym typeface="Inter"/>
                        </a:rPr>
                        <a:t>TOTAL PROJET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b="1" i="0" lang="en-US" sz="1800" u="none" cap="none" strike="noStrike">
                          <a:solidFill>
                            <a:srgbClr val="C0504D"/>
                          </a:solidFill>
                          <a:latin typeface="Inter"/>
                          <a:ea typeface="Inter"/>
                          <a:cs typeface="Inter"/>
                          <a:sym typeface="Inter"/>
                        </a:rPr>
                        <a:t>40 000 €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832" name="Google Shape;832;p65"/>
          <p:cNvSpPr txBox="1"/>
          <p:nvPr/>
        </p:nvSpPr>
        <p:spPr>
          <a:xfrm>
            <a:off x="761802" y="5370165"/>
            <a:ext cx="10665300" cy="150900"/>
          </a:xfrm>
          <a:prstGeom prst="rect">
            <a:avLst/>
          </a:prstGeom>
          <a:noFill/>
          <a:ln>
            <a:noFill/>
          </a:ln>
        </p:spPr>
        <p:txBody>
          <a:bodyPr anchorCtr="0" anchor="t" bIns="0" lIns="0" spcFirstLastPara="1" rIns="0" wrap="square" tIns="0">
            <a:spAutoFit/>
          </a:bodyPr>
          <a:lstStyle/>
          <a:p>
            <a:pPr indent="0" lvl="0" marL="0" marR="0" rtl="0" algn="l">
              <a:lnSpc>
                <a:spcPct val="93277"/>
              </a:lnSpc>
              <a:spcBef>
                <a:spcPts val="0"/>
              </a:spcBef>
              <a:spcAft>
                <a:spcPts val="0"/>
              </a:spcAft>
              <a:buNone/>
            </a:pPr>
            <a:r>
              <a:rPr b="0" i="0" lang="en-US" sz="1050" u="none" cap="none" strike="noStrike">
                <a:solidFill>
                  <a:srgbClr val="474747"/>
                </a:solidFill>
                <a:latin typeface="Inter"/>
                <a:ea typeface="Inter"/>
                <a:cs typeface="Inter"/>
                <a:sym typeface="Inter"/>
              </a:rPr>
              <a:t> Facturation : 30% à la commande, 70% à la fin de la Phase 2.</a:t>
            </a:r>
            <a:endParaRPr/>
          </a:p>
        </p:txBody>
      </p:sp>
      <p:sp>
        <p:nvSpPr>
          <p:cNvPr id="833" name="Google Shape;833;p65"/>
          <p:cNvSpPr/>
          <p:nvPr/>
        </p:nvSpPr>
        <p:spPr>
          <a:xfrm>
            <a:off x="761802" y="3555801"/>
            <a:ext cx="6399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4" name="Google Shape;834;p65"/>
          <p:cNvSpPr/>
          <p:nvPr/>
        </p:nvSpPr>
        <p:spPr>
          <a:xfrm>
            <a:off x="7160935" y="3555801"/>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5" name="Google Shape;835;p65"/>
          <p:cNvSpPr/>
          <p:nvPr/>
        </p:nvSpPr>
        <p:spPr>
          <a:xfrm>
            <a:off x="9293979" y="3555801"/>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6" name="Google Shape;836;p65"/>
          <p:cNvSpPr/>
          <p:nvPr/>
        </p:nvSpPr>
        <p:spPr>
          <a:xfrm>
            <a:off x="761802" y="4404419"/>
            <a:ext cx="6399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7" name="Google Shape;837;p65"/>
          <p:cNvSpPr/>
          <p:nvPr/>
        </p:nvSpPr>
        <p:spPr>
          <a:xfrm>
            <a:off x="7160935" y="4404419"/>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8" name="Google Shape;838;p65"/>
          <p:cNvSpPr/>
          <p:nvPr/>
        </p:nvSpPr>
        <p:spPr>
          <a:xfrm>
            <a:off x="9293979" y="4404419"/>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9" name="Google Shape;839;p65"/>
          <p:cNvSpPr/>
          <p:nvPr/>
        </p:nvSpPr>
        <p:spPr>
          <a:xfrm>
            <a:off x="761802" y="5070127"/>
            <a:ext cx="6399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0" name="Google Shape;840;p65"/>
          <p:cNvSpPr/>
          <p:nvPr/>
        </p:nvSpPr>
        <p:spPr>
          <a:xfrm>
            <a:off x="7160935" y="5070127"/>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1" name="Google Shape;841;p65"/>
          <p:cNvSpPr/>
          <p:nvPr/>
        </p:nvSpPr>
        <p:spPr>
          <a:xfrm>
            <a:off x="9293979" y="5070127"/>
            <a:ext cx="2133000" cy="960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2" name="Google Shape;842;p65"/>
          <p:cNvSpPr txBox="1"/>
          <p:nvPr/>
        </p:nvSpPr>
        <p:spPr>
          <a:xfrm>
            <a:off x="10417636" y="381000"/>
            <a:ext cx="1390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C0504D"/>
                </a:solidFill>
                <a:latin typeface="Chakra Petch"/>
                <a:ea typeface="Chakra Petch"/>
                <a:cs typeface="Chakra Petch"/>
                <a:sym typeface="Chakra Petch"/>
              </a:rPr>
              <a:t>#BUDGET #OFFER</a:t>
            </a:r>
            <a:endParaRPr/>
          </a:p>
        </p:txBody>
      </p:sp>
      <p:sp>
        <p:nvSpPr>
          <p:cNvPr id="843" name="Google Shape;843;p65"/>
          <p:cNvSpPr/>
          <p:nvPr/>
        </p:nvSpPr>
        <p:spPr>
          <a:xfrm>
            <a:off x="571351" y="571500"/>
            <a:ext cx="57300" cy="523800"/>
          </a:xfrm>
          <a:prstGeom prst="rect">
            <a:avLst/>
          </a:prstGeom>
          <a:solidFill>
            <a:srgbClr val="C0504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66"/>
          <p:cNvSpPr txBox="1"/>
          <p:nvPr>
            <p:ph type="title"/>
          </p:nvPr>
        </p:nvSpPr>
        <p:spPr>
          <a:xfrm>
            <a:off x="839777" y="165100"/>
            <a:ext cx="7633500" cy="673200"/>
          </a:xfrm>
          <a:prstGeom prst="rect">
            <a:avLst/>
          </a:prstGeom>
          <a:noFill/>
          <a:ln>
            <a:noFill/>
          </a:ln>
        </p:spPr>
        <p:txBody>
          <a:bodyPr anchorCtr="0" anchor="b" bIns="18000" lIns="18000" spcFirstLastPara="1" rIns="18000" wrap="square" tIns="18000">
            <a:noAutofit/>
          </a:bodyPr>
          <a:lstStyle/>
          <a:p>
            <a:pPr indent="0" lvl="0" marL="0" rtl="0" algn="l">
              <a:lnSpc>
                <a:spcPct val="100000"/>
              </a:lnSpc>
              <a:spcBef>
                <a:spcPts val="0"/>
              </a:spcBef>
              <a:spcAft>
                <a:spcPts val="0"/>
              </a:spcAft>
              <a:buSzPts val="2000"/>
              <a:buFont typeface="Montserrat"/>
              <a:buNone/>
            </a:pPr>
            <a:r>
              <a:rPr lang="en-US"/>
              <a:t>&lt;Univers&gt; / &lt;Nom du produit&gt;</a:t>
            </a:r>
            <a:endParaRPr/>
          </a:p>
        </p:txBody>
      </p:sp>
      <p:sp>
        <p:nvSpPr>
          <p:cNvPr id="849" name="Google Shape;849;p66"/>
          <p:cNvSpPr txBox="1"/>
          <p:nvPr/>
        </p:nvSpPr>
        <p:spPr>
          <a:xfrm>
            <a:off x="489267" y="1042621"/>
            <a:ext cx="10755300" cy="588600"/>
          </a:xfrm>
          <a:prstGeom prst="rect">
            <a:avLst/>
          </a:prstGeom>
          <a:noFill/>
          <a:ln>
            <a:noFill/>
          </a:ln>
        </p:spPr>
        <p:txBody>
          <a:bodyPr anchorCtr="0" anchor="t"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highlight>
                  <a:srgbClr val="FFFFFF"/>
                </a:highlight>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a:t>
            </a:r>
            <a:endParaRPr sz="2299">
              <a:solidFill>
                <a:schemeClr val="dk1"/>
              </a:solidFill>
              <a:latin typeface="Inter"/>
              <a:ea typeface="Inter"/>
              <a:cs typeface="Inter"/>
              <a:sym typeface="Inter"/>
            </a:endParaRPr>
          </a:p>
        </p:txBody>
      </p:sp>
      <p:sp>
        <p:nvSpPr>
          <p:cNvPr id="850" name="Google Shape;850;p66"/>
          <p:cNvSpPr txBox="1"/>
          <p:nvPr/>
        </p:nvSpPr>
        <p:spPr>
          <a:xfrm>
            <a:off x="489267" y="1788160"/>
            <a:ext cx="8942400" cy="4320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b="1" lang="en-US" sz="2000">
                <a:solidFill>
                  <a:schemeClr val="dk1"/>
                </a:solidFill>
                <a:latin typeface="Montserrat"/>
                <a:ea typeface="Montserrat"/>
                <a:cs typeface="Montserrat"/>
                <a:sym typeface="Montserrat"/>
              </a:rPr>
              <a:t>Les challenges auxquels vous faites face</a:t>
            </a:r>
            <a:endParaRPr b="1" sz="2000">
              <a:solidFill>
                <a:schemeClr val="dk1"/>
              </a:solidFill>
              <a:latin typeface="Montserrat"/>
              <a:ea typeface="Montserrat"/>
              <a:cs typeface="Montserrat"/>
              <a:sym typeface="Montserrat"/>
            </a:endParaRPr>
          </a:p>
        </p:txBody>
      </p:sp>
      <p:sp>
        <p:nvSpPr>
          <p:cNvPr id="851" name="Google Shape;851;p66"/>
          <p:cNvSpPr/>
          <p:nvPr/>
        </p:nvSpPr>
        <p:spPr>
          <a:xfrm>
            <a:off x="-75" y="2175652"/>
            <a:ext cx="12188700" cy="504600"/>
          </a:xfrm>
          <a:prstGeom prst="rect">
            <a:avLst/>
          </a:prstGeom>
          <a:solidFill>
            <a:schemeClr val="accent6"/>
          </a:solidFill>
          <a:ln>
            <a:noFill/>
          </a:ln>
        </p:spPr>
        <p:txBody>
          <a:bodyPr anchorCtr="0" anchor="ctr" bIns="121850" lIns="121850" spcFirstLastPara="1" rIns="121850" wrap="square" tIns="121850">
            <a:noAutofit/>
          </a:bodyPr>
          <a:lstStyle/>
          <a:p>
            <a:pPr indent="0" lvl="0" marL="0" marR="0" rtl="0" algn="ctr">
              <a:spcBef>
                <a:spcPts val="0"/>
              </a:spcBef>
              <a:spcAft>
                <a:spcPts val="0"/>
              </a:spcAft>
              <a:buNone/>
            </a:pPr>
            <a:r>
              <a:t/>
            </a:r>
            <a:endParaRPr sz="2399">
              <a:solidFill>
                <a:schemeClr val="dk1"/>
              </a:solidFill>
              <a:latin typeface="Montserrat"/>
              <a:ea typeface="Montserrat"/>
              <a:cs typeface="Montserrat"/>
              <a:sym typeface="Montserrat"/>
            </a:endParaRPr>
          </a:p>
        </p:txBody>
      </p:sp>
      <p:sp>
        <p:nvSpPr>
          <p:cNvPr id="852" name="Google Shape;852;p66"/>
          <p:cNvSpPr txBox="1"/>
          <p:nvPr/>
        </p:nvSpPr>
        <p:spPr>
          <a:xfrm>
            <a:off x="489267" y="2758774"/>
            <a:ext cx="5170200" cy="4320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b="1" lang="en-US" sz="2000">
                <a:solidFill>
                  <a:schemeClr val="dk1"/>
                </a:solidFill>
                <a:latin typeface="Montserrat"/>
                <a:ea typeface="Montserrat"/>
                <a:cs typeface="Montserrat"/>
                <a:sym typeface="Montserrat"/>
              </a:rPr>
              <a:t>Quels gains attendre ?</a:t>
            </a:r>
            <a:endParaRPr b="1" sz="2000">
              <a:solidFill>
                <a:schemeClr val="dk1"/>
              </a:solidFill>
              <a:latin typeface="Montserrat"/>
              <a:ea typeface="Montserrat"/>
              <a:cs typeface="Montserrat"/>
              <a:sym typeface="Montserrat"/>
            </a:endParaRPr>
          </a:p>
        </p:txBody>
      </p:sp>
      <p:sp>
        <p:nvSpPr>
          <p:cNvPr id="853" name="Google Shape;853;p66"/>
          <p:cNvSpPr/>
          <p:nvPr/>
        </p:nvSpPr>
        <p:spPr>
          <a:xfrm>
            <a:off x="-67" y="3126312"/>
            <a:ext cx="12188700" cy="588600"/>
          </a:xfrm>
          <a:prstGeom prst="rect">
            <a:avLst/>
          </a:prstGeom>
          <a:solidFill>
            <a:schemeClr val="accent6"/>
          </a:solidFill>
          <a:ln>
            <a:noFill/>
          </a:ln>
        </p:spPr>
        <p:txBody>
          <a:bodyPr anchorCtr="0" anchor="ctr" bIns="121850" lIns="121850" spcFirstLastPara="1" rIns="121850" wrap="square" tIns="121850">
            <a:noAutofit/>
          </a:bodyPr>
          <a:lstStyle/>
          <a:p>
            <a:pPr indent="0" lvl="0" marL="0" marR="0" rtl="0" algn="ctr">
              <a:spcBef>
                <a:spcPts val="0"/>
              </a:spcBef>
              <a:spcAft>
                <a:spcPts val="0"/>
              </a:spcAft>
              <a:buNone/>
            </a:pPr>
            <a:r>
              <a:t/>
            </a:r>
            <a:endParaRPr sz="2399">
              <a:solidFill>
                <a:schemeClr val="dk1"/>
              </a:solidFill>
              <a:latin typeface="Montserrat"/>
              <a:ea typeface="Montserrat"/>
              <a:cs typeface="Montserrat"/>
              <a:sym typeface="Montserrat"/>
            </a:endParaRPr>
          </a:p>
        </p:txBody>
      </p:sp>
      <p:sp>
        <p:nvSpPr>
          <p:cNvPr id="854" name="Google Shape;854;p66"/>
          <p:cNvSpPr txBox="1"/>
          <p:nvPr/>
        </p:nvSpPr>
        <p:spPr>
          <a:xfrm>
            <a:off x="489267" y="3714959"/>
            <a:ext cx="5170200" cy="4320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b="1" lang="en-US" sz="2000">
                <a:solidFill>
                  <a:schemeClr val="dk1"/>
                </a:solidFill>
                <a:latin typeface="Montserrat"/>
                <a:ea typeface="Montserrat"/>
                <a:cs typeface="Montserrat"/>
                <a:sym typeface="Montserrat"/>
              </a:rPr>
              <a:t>Notre approche</a:t>
            </a:r>
            <a:endParaRPr b="1" sz="2000">
              <a:solidFill>
                <a:schemeClr val="dk1"/>
              </a:solidFill>
              <a:latin typeface="Montserrat"/>
              <a:ea typeface="Montserrat"/>
              <a:cs typeface="Montserrat"/>
              <a:sym typeface="Montserrat"/>
            </a:endParaRPr>
          </a:p>
        </p:txBody>
      </p:sp>
      <p:sp>
        <p:nvSpPr>
          <p:cNvPr id="855" name="Google Shape;855;p66"/>
          <p:cNvSpPr txBox="1"/>
          <p:nvPr/>
        </p:nvSpPr>
        <p:spPr>
          <a:xfrm>
            <a:off x="337591" y="4650493"/>
            <a:ext cx="880500" cy="1437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lang="en-US" sz="933">
                <a:solidFill>
                  <a:srgbClr val="062133"/>
                </a:solidFill>
                <a:latin typeface="Montserrat"/>
                <a:ea typeface="Montserrat"/>
                <a:cs typeface="Montserrat"/>
                <a:sym typeface="Montserrat"/>
              </a:rPr>
              <a:t>Public cible</a:t>
            </a:r>
            <a:endParaRPr sz="1066">
              <a:solidFill>
                <a:schemeClr val="dk1"/>
              </a:solidFill>
              <a:latin typeface="Montserrat"/>
              <a:ea typeface="Montserrat"/>
              <a:cs typeface="Montserrat"/>
              <a:sym typeface="Montserrat"/>
            </a:endParaRPr>
          </a:p>
        </p:txBody>
      </p:sp>
      <p:sp>
        <p:nvSpPr>
          <p:cNvPr id="856" name="Google Shape;856;p66"/>
          <p:cNvSpPr txBox="1"/>
          <p:nvPr/>
        </p:nvSpPr>
        <p:spPr>
          <a:xfrm>
            <a:off x="337607" y="5849763"/>
            <a:ext cx="880500" cy="1437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lang="en-US" sz="933">
                <a:solidFill>
                  <a:srgbClr val="062133"/>
                </a:solidFill>
                <a:latin typeface="Montserrat"/>
                <a:ea typeface="Montserrat"/>
                <a:cs typeface="Montserrat"/>
                <a:sym typeface="Montserrat"/>
              </a:rPr>
              <a:t>Activités</a:t>
            </a:r>
            <a:endParaRPr sz="1066">
              <a:solidFill>
                <a:schemeClr val="dk1"/>
              </a:solidFill>
              <a:latin typeface="Montserrat"/>
              <a:ea typeface="Montserrat"/>
              <a:cs typeface="Montserrat"/>
              <a:sym typeface="Montserrat"/>
            </a:endParaRPr>
          </a:p>
        </p:txBody>
      </p:sp>
      <p:sp>
        <p:nvSpPr>
          <p:cNvPr id="857" name="Google Shape;857;p66"/>
          <p:cNvSpPr txBox="1"/>
          <p:nvPr/>
        </p:nvSpPr>
        <p:spPr>
          <a:xfrm>
            <a:off x="4807594" y="4650493"/>
            <a:ext cx="880500" cy="1437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lang="en-US" sz="933">
                <a:solidFill>
                  <a:srgbClr val="062133"/>
                </a:solidFill>
                <a:latin typeface="Montserrat"/>
                <a:ea typeface="Montserrat"/>
                <a:cs typeface="Montserrat"/>
                <a:sym typeface="Montserrat"/>
              </a:rPr>
              <a:t>Durée</a:t>
            </a:r>
            <a:endParaRPr sz="1066">
              <a:solidFill>
                <a:schemeClr val="dk1"/>
              </a:solidFill>
              <a:latin typeface="Montserrat"/>
              <a:ea typeface="Montserrat"/>
              <a:cs typeface="Montserrat"/>
              <a:sym typeface="Montserrat"/>
            </a:endParaRPr>
          </a:p>
        </p:txBody>
      </p:sp>
      <p:grpSp>
        <p:nvGrpSpPr>
          <p:cNvPr id="858" name="Google Shape;858;p66"/>
          <p:cNvGrpSpPr/>
          <p:nvPr/>
        </p:nvGrpSpPr>
        <p:grpSpPr>
          <a:xfrm>
            <a:off x="11294851" y="25871"/>
            <a:ext cx="843314" cy="729444"/>
            <a:chOff x="0" y="25216"/>
            <a:chExt cx="1378865" cy="1205295"/>
          </a:xfrm>
        </p:grpSpPr>
        <p:grpSp>
          <p:nvGrpSpPr>
            <p:cNvPr id="859" name="Google Shape;859;p66"/>
            <p:cNvGrpSpPr/>
            <p:nvPr/>
          </p:nvGrpSpPr>
          <p:grpSpPr>
            <a:xfrm>
              <a:off x="420" y="27785"/>
              <a:ext cx="1378445" cy="632578"/>
              <a:chOff x="0" y="0"/>
              <a:chExt cx="370500" cy="170025"/>
            </a:xfrm>
          </p:grpSpPr>
          <p:sp>
            <p:nvSpPr>
              <p:cNvPr id="860" name="Google Shape;860;p66"/>
              <p:cNvSpPr/>
              <p:nvPr/>
            </p:nvSpPr>
            <p:spPr>
              <a:xfrm>
                <a:off x="0" y="0"/>
                <a:ext cx="370397" cy="84366"/>
              </a:xfrm>
              <a:custGeom>
                <a:rect b="b" l="l" r="r" t="t"/>
                <a:pathLst>
                  <a:path extrusionOk="0" h="84366" w="370397">
                    <a:moveTo>
                      <a:pt x="0" y="0"/>
                    </a:moveTo>
                    <a:lnTo>
                      <a:pt x="370397" y="0"/>
                    </a:lnTo>
                    <a:lnTo>
                      <a:pt x="370397" y="84366"/>
                    </a:lnTo>
                    <a:lnTo>
                      <a:pt x="0" y="8436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100">
                  <a:solidFill>
                    <a:srgbClr val="000000"/>
                  </a:solidFill>
                  <a:latin typeface="Chakra Petch"/>
                  <a:ea typeface="Chakra Petch"/>
                  <a:cs typeface="Chakra Petch"/>
                  <a:sym typeface="Chakra Petch"/>
                </a:endParaRPr>
              </a:p>
            </p:txBody>
          </p:sp>
          <p:sp>
            <p:nvSpPr>
              <p:cNvPr id="861" name="Google Shape;861;p66"/>
              <p:cNvSpPr txBox="1"/>
              <p:nvPr/>
            </p:nvSpPr>
            <p:spPr>
              <a:xfrm>
                <a:off x="0" y="85725"/>
                <a:ext cx="370500" cy="84300"/>
              </a:xfrm>
              <a:prstGeom prst="rect">
                <a:avLst/>
              </a:prstGeom>
              <a:noFill/>
              <a:ln>
                <a:noFill/>
              </a:ln>
            </p:spPr>
            <p:txBody>
              <a:bodyPr anchorCtr="0" anchor="ctr" bIns="50775" lIns="50775" spcFirstLastPara="1" rIns="50775" wrap="square" tIns="50775">
                <a:noAutofit/>
              </a:bodyPr>
              <a:lstStyle/>
              <a:p>
                <a:pPr indent="0" lvl="0" marL="0" marR="0" rtl="0" algn="just">
                  <a:lnSpc>
                    <a:spcPct val="36111"/>
                  </a:lnSpc>
                  <a:spcBef>
                    <a:spcPts val="0"/>
                  </a:spcBef>
                  <a:spcAft>
                    <a:spcPts val="0"/>
                  </a:spcAft>
                  <a:buNone/>
                </a:pPr>
                <a:r>
                  <a:t/>
                </a:r>
                <a:endParaRPr sz="2399">
                  <a:solidFill>
                    <a:srgbClr val="000000"/>
                  </a:solidFill>
                  <a:latin typeface="Calibri"/>
                  <a:ea typeface="Calibri"/>
                  <a:cs typeface="Calibri"/>
                  <a:sym typeface="Calibri"/>
                </a:endParaRPr>
              </a:p>
            </p:txBody>
          </p:sp>
        </p:grpSp>
        <p:sp>
          <p:nvSpPr>
            <p:cNvPr id="862" name="Google Shape;862;p66"/>
            <p:cNvSpPr txBox="1"/>
            <p:nvPr/>
          </p:nvSpPr>
          <p:spPr>
            <a:xfrm>
              <a:off x="35969" y="25216"/>
              <a:ext cx="897900" cy="305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200">
                  <a:solidFill>
                    <a:srgbClr val="FFFFFF"/>
                  </a:solidFill>
                  <a:latin typeface="Chakra Petch"/>
                  <a:ea typeface="Chakra Petch"/>
                  <a:cs typeface="Chakra Petch"/>
                  <a:sym typeface="Chakra Petch"/>
                </a:rPr>
                <a:t>#tech</a:t>
              </a:r>
              <a:endParaRPr b="1" sz="800">
                <a:solidFill>
                  <a:srgbClr val="000000"/>
                </a:solidFill>
                <a:latin typeface="Chakra Petch"/>
                <a:ea typeface="Chakra Petch"/>
                <a:cs typeface="Chakra Petch"/>
                <a:sym typeface="Chakra Petch"/>
              </a:endParaRPr>
            </a:p>
          </p:txBody>
        </p:sp>
        <p:grpSp>
          <p:nvGrpSpPr>
            <p:cNvPr id="863" name="Google Shape;863;p66"/>
            <p:cNvGrpSpPr/>
            <p:nvPr/>
          </p:nvGrpSpPr>
          <p:grpSpPr>
            <a:xfrm>
              <a:off x="0" y="490704"/>
              <a:ext cx="1378445" cy="628113"/>
              <a:chOff x="0" y="0"/>
              <a:chExt cx="370500" cy="168825"/>
            </a:xfrm>
          </p:grpSpPr>
          <p:sp>
            <p:nvSpPr>
              <p:cNvPr id="864" name="Google Shape;864;p66"/>
              <p:cNvSpPr/>
              <p:nvPr/>
            </p:nvSpPr>
            <p:spPr>
              <a:xfrm>
                <a:off x="0" y="0"/>
                <a:ext cx="370397" cy="83234"/>
              </a:xfrm>
              <a:custGeom>
                <a:rect b="b" l="l" r="r" t="t"/>
                <a:pathLst>
                  <a:path extrusionOk="0" h="83234" w="370397">
                    <a:moveTo>
                      <a:pt x="0" y="0"/>
                    </a:moveTo>
                    <a:lnTo>
                      <a:pt x="370397" y="0"/>
                    </a:lnTo>
                    <a:lnTo>
                      <a:pt x="370397" y="83234"/>
                    </a:lnTo>
                    <a:lnTo>
                      <a:pt x="0" y="83234"/>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100">
                  <a:solidFill>
                    <a:srgbClr val="000000"/>
                  </a:solidFill>
                  <a:latin typeface="Chakra Petch"/>
                  <a:ea typeface="Chakra Petch"/>
                  <a:cs typeface="Chakra Petch"/>
                  <a:sym typeface="Chakra Petch"/>
                </a:endParaRPr>
              </a:p>
            </p:txBody>
          </p:sp>
          <p:sp>
            <p:nvSpPr>
              <p:cNvPr id="865" name="Google Shape;865;p66"/>
              <p:cNvSpPr txBox="1"/>
              <p:nvPr/>
            </p:nvSpPr>
            <p:spPr>
              <a:xfrm>
                <a:off x="0" y="85725"/>
                <a:ext cx="370500" cy="83100"/>
              </a:xfrm>
              <a:prstGeom prst="rect">
                <a:avLst/>
              </a:prstGeom>
              <a:noFill/>
              <a:ln>
                <a:noFill/>
              </a:ln>
            </p:spPr>
            <p:txBody>
              <a:bodyPr anchorCtr="0" anchor="ctr" bIns="50775" lIns="50775" spcFirstLastPara="1" rIns="50775" wrap="square" tIns="50775">
                <a:noAutofit/>
              </a:bodyPr>
              <a:lstStyle/>
              <a:p>
                <a:pPr indent="0" lvl="0" marL="0" marR="0" rtl="0" algn="just">
                  <a:lnSpc>
                    <a:spcPct val="36111"/>
                  </a:lnSpc>
                  <a:spcBef>
                    <a:spcPts val="0"/>
                  </a:spcBef>
                  <a:spcAft>
                    <a:spcPts val="0"/>
                  </a:spcAft>
                  <a:buNone/>
                </a:pPr>
                <a:r>
                  <a:t/>
                </a:r>
                <a:endParaRPr sz="2399">
                  <a:solidFill>
                    <a:srgbClr val="000000"/>
                  </a:solidFill>
                  <a:latin typeface="Calibri"/>
                  <a:ea typeface="Calibri"/>
                  <a:cs typeface="Calibri"/>
                  <a:sym typeface="Calibri"/>
                </a:endParaRPr>
              </a:p>
            </p:txBody>
          </p:sp>
        </p:grpSp>
        <p:sp>
          <p:nvSpPr>
            <p:cNvPr id="866" name="Google Shape;866;p66"/>
            <p:cNvSpPr txBox="1"/>
            <p:nvPr/>
          </p:nvSpPr>
          <p:spPr>
            <a:xfrm>
              <a:off x="35969" y="481924"/>
              <a:ext cx="914400" cy="305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200">
                  <a:solidFill>
                    <a:srgbClr val="FFFFFF"/>
                  </a:solidFill>
                  <a:latin typeface="Chakra Petch"/>
                  <a:ea typeface="Chakra Petch"/>
                  <a:cs typeface="Chakra Petch"/>
                  <a:sym typeface="Chakra Petch"/>
                </a:rPr>
                <a:t>#orga</a:t>
              </a:r>
              <a:endParaRPr b="1" sz="800">
                <a:solidFill>
                  <a:srgbClr val="000000"/>
                </a:solidFill>
                <a:latin typeface="Chakra Petch"/>
                <a:ea typeface="Chakra Petch"/>
                <a:cs typeface="Chakra Petch"/>
                <a:sym typeface="Chakra Petch"/>
              </a:endParaRPr>
            </a:p>
          </p:txBody>
        </p:sp>
        <p:sp>
          <p:nvSpPr>
            <p:cNvPr id="867" name="Google Shape;867;p66"/>
            <p:cNvSpPr/>
            <p:nvPr/>
          </p:nvSpPr>
          <p:spPr>
            <a:xfrm>
              <a:off x="420" y="921499"/>
              <a:ext cx="1377877" cy="307994"/>
            </a:xfrm>
            <a:custGeom>
              <a:rect b="b" l="l" r="r" t="t"/>
              <a:pathLst>
                <a:path extrusionOk="0" h="82794" w="370397">
                  <a:moveTo>
                    <a:pt x="0" y="0"/>
                  </a:moveTo>
                  <a:lnTo>
                    <a:pt x="370397" y="0"/>
                  </a:lnTo>
                  <a:lnTo>
                    <a:pt x="370397" y="82794"/>
                  </a:lnTo>
                  <a:lnTo>
                    <a:pt x="0" y="82794"/>
                  </a:lnTo>
                  <a:close/>
                </a:path>
              </a:pathLst>
            </a:custGeom>
            <a:solidFill>
              <a:srgbClr val="BF6A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66">
                <a:solidFill>
                  <a:srgbClr val="000000"/>
                </a:solidFill>
                <a:latin typeface="Arial"/>
                <a:ea typeface="Arial"/>
                <a:cs typeface="Arial"/>
                <a:sym typeface="Arial"/>
              </a:endParaRPr>
            </a:p>
          </p:txBody>
        </p:sp>
        <p:sp>
          <p:nvSpPr>
            <p:cNvPr id="868" name="Google Shape;868;p66"/>
            <p:cNvSpPr txBox="1"/>
            <p:nvPr/>
          </p:nvSpPr>
          <p:spPr>
            <a:xfrm>
              <a:off x="23308" y="925411"/>
              <a:ext cx="1306200" cy="305100"/>
            </a:xfrm>
            <a:prstGeom prst="rect">
              <a:avLst/>
            </a:prstGeom>
            <a:solidFill>
              <a:schemeClr val="accent2"/>
            </a:solid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200">
                  <a:solidFill>
                    <a:srgbClr val="FFFFFF"/>
                  </a:solidFill>
                  <a:latin typeface="Chakra Petch"/>
                  <a:ea typeface="Chakra Petch"/>
                  <a:cs typeface="Chakra Petch"/>
                  <a:sym typeface="Chakra Petch"/>
                </a:rPr>
                <a:t>#culture</a:t>
              </a:r>
              <a:endParaRPr b="1" sz="1200">
                <a:solidFill>
                  <a:srgbClr val="000000"/>
                </a:solidFill>
                <a:latin typeface="Chakra Petch"/>
                <a:ea typeface="Chakra Petch"/>
                <a:cs typeface="Chakra Petch"/>
                <a:sym typeface="Chakra Petch"/>
              </a:endParaRPr>
            </a:p>
          </p:txBody>
        </p:sp>
      </p:grpSp>
      <p:sp>
        <p:nvSpPr>
          <p:cNvPr id="869" name="Google Shape;869;p66"/>
          <p:cNvSpPr txBox="1"/>
          <p:nvPr/>
        </p:nvSpPr>
        <p:spPr>
          <a:xfrm>
            <a:off x="4778968" y="5849763"/>
            <a:ext cx="880500" cy="1437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None/>
            </a:pPr>
            <a:r>
              <a:rPr b="1" lang="en-US" sz="933">
                <a:solidFill>
                  <a:srgbClr val="062133"/>
                </a:solidFill>
                <a:latin typeface="Montserrat"/>
                <a:ea typeface="Montserrat"/>
                <a:cs typeface="Montserrat"/>
                <a:sym typeface="Montserrat"/>
              </a:rPr>
              <a:t>Livrables</a:t>
            </a:r>
            <a:endParaRPr sz="1066">
              <a:solidFill>
                <a:schemeClr val="dk1"/>
              </a:solidFill>
              <a:latin typeface="Montserrat"/>
              <a:ea typeface="Montserrat"/>
              <a:cs typeface="Montserrat"/>
              <a:sym typeface="Montserrat"/>
            </a:endParaRPr>
          </a:p>
        </p:txBody>
      </p:sp>
      <p:sp>
        <p:nvSpPr>
          <p:cNvPr id="870" name="Google Shape;870;p66"/>
          <p:cNvSpPr txBox="1"/>
          <p:nvPr/>
        </p:nvSpPr>
        <p:spPr>
          <a:xfrm>
            <a:off x="529428" y="2175660"/>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71" name="Google Shape;871;p66"/>
          <p:cNvSpPr txBox="1"/>
          <p:nvPr/>
        </p:nvSpPr>
        <p:spPr>
          <a:xfrm>
            <a:off x="1218182" y="4275763"/>
            <a:ext cx="2309700" cy="387600"/>
          </a:xfrm>
          <a:prstGeom prst="rect">
            <a:avLst/>
          </a:prstGeom>
          <a:noFill/>
          <a:ln>
            <a:noFill/>
          </a:ln>
        </p:spPr>
        <p:txBody>
          <a:bodyPr anchorCtr="0" anchor="t"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72" name="Google Shape;872;p66"/>
          <p:cNvSpPr txBox="1"/>
          <p:nvPr/>
        </p:nvSpPr>
        <p:spPr>
          <a:xfrm>
            <a:off x="1192722" y="5155598"/>
            <a:ext cx="2309700" cy="387600"/>
          </a:xfrm>
          <a:prstGeom prst="rect">
            <a:avLst/>
          </a:prstGeom>
          <a:noFill/>
          <a:ln>
            <a:noFill/>
          </a:ln>
        </p:spPr>
        <p:txBody>
          <a:bodyPr anchorCtr="0" anchor="t"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1500">
              <a:solidFill>
                <a:srgbClr val="474747"/>
              </a:solidFill>
              <a:highlight>
                <a:schemeClr val="lt1"/>
              </a:highlight>
              <a:latin typeface="Inter"/>
              <a:ea typeface="Inter"/>
              <a:cs typeface="Inter"/>
              <a:sym typeface="Inter"/>
            </a:endParaRPr>
          </a:p>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a:p>
            <a:pPr indent="0" lvl="0" marL="0" marR="0" rtl="0" algn="l">
              <a:spcBef>
                <a:spcPts val="0"/>
              </a:spcBef>
              <a:spcAft>
                <a:spcPts val="0"/>
              </a:spcAft>
              <a:buNone/>
            </a:pPr>
            <a:r>
              <a:t/>
            </a:r>
            <a:endParaRPr sz="1500">
              <a:solidFill>
                <a:srgbClr val="474747"/>
              </a:solidFill>
              <a:highlight>
                <a:schemeClr val="lt1"/>
              </a:highlight>
              <a:latin typeface="Inter"/>
              <a:ea typeface="Inter"/>
              <a:cs typeface="Inter"/>
              <a:sym typeface="Inter"/>
            </a:endParaRPr>
          </a:p>
        </p:txBody>
      </p:sp>
      <p:sp>
        <p:nvSpPr>
          <p:cNvPr id="873" name="Google Shape;873;p66"/>
          <p:cNvSpPr txBox="1"/>
          <p:nvPr/>
        </p:nvSpPr>
        <p:spPr>
          <a:xfrm>
            <a:off x="6001970" y="5163563"/>
            <a:ext cx="2309700" cy="387600"/>
          </a:xfrm>
          <a:prstGeom prst="rect">
            <a:avLst/>
          </a:prstGeom>
          <a:noFill/>
          <a:ln>
            <a:noFill/>
          </a:ln>
        </p:spPr>
        <p:txBody>
          <a:bodyPr anchorCtr="0" anchor="t"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1500">
              <a:solidFill>
                <a:srgbClr val="474747"/>
              </a:solidFill>
              <a:highlight>
                <a:schemeClr val="lt1"/>
              </a:highlight>
              <a:latin typeface="Inter"/>
              <a:ea typeface="Inter"/>
              <a:cs typeface="Inter"/>
              <a:sym typeface="Inter"/>
            </a:endParaRPr>
          </a:p>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a:p>
            <a:pPr indent="0" lvl="0" marL="0" marR="0" rtl="0" algn="l">
              <a:spcBef>
                <a:spcPts val="0"/>
              </a:spcBef>
              <a:spcAft>
                <a:spcPts val="0"/>
              </a:spcAft>
              <a:buNone/>
            </a:pPr>
            <a:r>
              <a:t/>
            </a:r>
            <a:endParaRPr sz="1500">
              <a:solidFill>
                <a:srgbClr val="474747"/>
              </a:solidFill>
              <a:highlight>
                <a:schemeClr val="lt1"/>
              </a:highlight>
              <a:latin typeface="Inter"/>
              <a:ea typeface="Inter"/>
              <a:cs typeface="Inter"/>
              <a:sym typeface="Inter"/>
            </a:endParaRPr>
          </a:p>
        </p:txBody>
      </p:sp>
      <p:sp>
        <p:nvSpPr>
          <p:cNvPr id="874" name="Google Shape;874;p66"/>
          <p:cNvSpPr txBox="1"/>
          <p:nvPr/>
        </p:nvSpPr>
        <p:spPr>
          <a:xfrm>
            <a:off x="6001970" y="4326717"/>
            <a:ext cx="2309700" cy="387600"/>
          </a:xfrm>
          <a:prstGeom prst="rect">
            <a:avLst/>
          </a:prstGeom>
          <a:noFill/>
          <a:ln>
            <a:noFill/>
          </a:ln>
        </p:spPr>
        <p:txBody>
          <a:bodyPr anchorCtr="0" anchor="t"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highlight>
                  <a:schemeClr val="lt1"/>
                </a:highlight>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75" name="Google Shape;875;p66"/>
          <p:cNvSpPr/>
          <p:nvPr/>
        </p:nvSpPr>
        <p:spPr>
          <a:xfrm>
            <a:off x="575074" y="4248902"/>
            <a:ext cx="405664" cy="378619"/>
          </a:xfrm>
          <a:custGeom>
            <a:rect b="b" l="l" r="r" t="t"/>
            <a:pathLst>
              <a:path extrusionOk="0" h="504826" w="540885">
                <a:moveTo>
                  <a:pt x="169590" y="270443"/>
                </a:moveTo>
                <a:cubicBezTo>
                  <a:pt x="171469" y="270443"/>
                  <a:pt x="175506" y="272462"/>
                  <a:pt x="181704" y="276500"/>
                </a:cubicBezTo>
                <a:cubicBezTo>
                  <a:pt x="187902" y="280538"/>
                  <a:pt x="194757" y="285045"/>
                  <a:pt x="202269" y="290022"/>
                </a:cubicBezTo>
                <a:cubicBezTo>
                  <a:pt x="209781" y="294999"/>
                  <a:pt x="219829" y="299506"/>
                  <a:pt x="232412" y="303544"/>
                </a:cubicBezTo>
                <a:cubicBezTo>
                  <a:pt x="244995" y="307582"/>
                  <a:pt x="257673" y="309601"/>
                  <a:pt x="270443" y="309601"/>
                </a:cubicBezTo>
                <a:cubicBezTo>
                  <a:pt x="283214" y="309601"/>
                  <a:pt x="295891" y="307582"/>
                  <a:pt x="308473" y="303544"/>
                </a:cubicBezTo>
                <a:cubicBezTo>
                  <a:pt x="321057" y="299506"/>
                  <a:pt x="331105" y="294999"/>
                  <a:pt x="338617" y="290022"/>
                </a:cubicBezTo>
                <a:cubicBezTo>
                  <a:pt x="346129" y="285045"/>
                  <a:pt x="352983" y="280538"/>
                  <a:pt x="359181" y="276500"/>
                </a:cubicBezTo>
                <a:cubicBezTo>
                  <a:pt x="365379" y="272462"/>
                  <a:pt x="369418" y="270443"/>
                  <a:pt x="371295" y="270443"/>
                </a:cubicBezTo>
                <a:cubicBezTo>
                  <a:pt x="382751" y="270443"/>
                  <a:pt x="393222" y="272321"/>
                  <a:pt x="402705" y="276077"/>
                </a:cubicBezTo>
                <a:cubicBezTo>
                  <a:pt x="412191" y="279833"/>
                  <a:pt x="420218" y="284857"/>
                  <a:pt x="426792" y="291149"/>
                </a:cubicBezTo>
                <a:cubicBezTo>
                  <a:pt x="433365" y="297440"/>
                  <a:pt x="439187" y="305046"/>
                  <a:pt x="444258" y="313967"/>
                </a:cubicBezTo>
                <a:cubicBezTo>
                  <a:pt x="449329" y="322888"/>
                  <a:pt x="453367" y="332044"/>
                  <a:pt x="456371" y="341434"/>
                </a:cubicBezTo>
                <a:cubicBezTo>
                  <a:pt x="459376" y="350824"/>
                  <a:pt x="461865" y="361013"/>
                  <a:pt x="463837" y="372000"/>
                </a:cubicBezTo>
                <a:cubicBezTo>
                  <a:pt x="465809" y="382986"/>
                  <a:pt x="467124" y="393222"/>
                  <a:pt x="467781" y="402706"/>
                </a:cubicBezTo>
                <a:cubicBezTo>
                  <a:pt x="468438" y="412190"/>
                  <a:pt x="468767" y="421909"/>
                  <a:pt x="468767" y="431863"/>
                </a:cubicBezTo>
                <a:cubicBezTo>
                  <a:pt x="468767" y="454400"/>
                  <a:pt x="461912" y="472195"/>
                  <a:pt x="448202" y="485247"/>
                </a:cubicBezTo>
                <a:cubicBezTo>
                  <a:pt x="434492" y="498300"/>
                  <a:pt x="416275" y="504826"/>
                  <a:pt x="393550" y="504826"/>
                </a:cubicBezTo>
                <a:lnTo>
                  <a:pt x="147335" y="504826"/>
                </a:lnTo>
                <a:cubicBezTo>
                  <a:pt x="124611" y="504826"/>
                  <a:pt x="106393" y="498300"/>
                  <a:pt x="92683" y="485247"/>
                </a:cubicBezTo>
                <a:cubicBezTo>
                  <a:pt x="78974" y="472195"/>
                  <a:pt x="72118" y="454400"/>
                  <a:pt x="72118" y="431863"/>
                </a:cubicBezTo>
                <a:cubicBezTo>
                  <a:pt x="72118" y="421909"/>
                  <a:pt x="72447" y="412190"/>
                  <a:pt x="73104" y="402706"/>
                </a:cubicBezTo>
                <a:cubicBezTo>
                  <a:pt x="73761" y="393222"/>
                  <a:pt x="75077" y="382986"/>
                  <a:pt x="77049" y="372000"/>
                </a:cubicBezTo>
                <a:cubicBezTo>
                  <a:pt x="79021" y="361013"/>
                  <a:pt x="81510" y="350824"/>
                  <a:pt x="84514" y="341434"/>
                </a:cubicBezTo>
                <a:cubicBezTo>
                  <a:pt x="87519" y="332044"/>
                  <a:pt x="91556" y="322888"/>
                  <a:pt x="96628" y="313967"/>
                </a:cubicBezTo>
                <a:cubicBezTo>
                  <a:pt x="101698" y="305046"/>
                  <a:pt x="107521" y="297440"/>
                  <a:pt x="114093" y="291149"/>
                </a:cubicBezTo>
                <a:cubicBezTo>
                  <a:pt x="120667" y="284857"/>
                  <a:pt x="128696" y="279833"/>
                  <a:pt x="138180" y="276077"/>
                </a:cubicBezTo>
                <a:cubicBezTo>
                  <a:pt x="147664" y="272321"/>
                  <a:pt x="158135" y="270443"/>
                  <a:pt x="169590" y="270443"/>
                </a:cubicBezTo>
                <a:close/>
                <a:moveTo>
                  <a:pt x="505953" y="144237"/>
                </a:moveTo>
                <a:cubicBezTo>
                  <a:pt x="529241" y="144237"/>
                  <a:pt x="540885" y="177385"/>
                  <a:pt x="540885" y="243680"/>
                </a:cubicBezTo>
                <a:cubicBezTo>
                  <a:pt x="540885" y="258329"/>
                  <a:pt x="535626" y="269457"/>
                  <a:pt x="525109" y="277063"/>
                </a:cubicBezTo>
                <a:cubicBezTo>
                  <a:pt x="514592" y="284669"/>
                  <a:pt x="501634" y="288472"/>
                  <a:pt x="486233" y="288472"/>
                </a:cubicBezTo>
                <a:lnTo>
                  <a:pt x="448484" y="288472"/>
                </a:lnTo>
                <a:cubicBezTo>
                  <a:pt x="429140" y="265372"/>
                  <a:pt x="404256" y="253353"/>
                  <a:pt x="373830" y="252413"/>
                </a:cubicBezTo>
                <a:cubicBezTo>
                  <a:pt x="389043" y="230440"/>
                  <a:pt x="396649" y="206401"/>
                  <a:pt x="396649" y="180296"/>
                </a:cubicBezTo>
                <a:cubicBezTo>
                  <a:pt x="396649" y="174849"/>
                  <a:pt x="396179" y="168652"/>
                  <a:pt x="395240" y="161703"/>
                </a:cubicBezTo>
                <a:cubicBezTo>
                  <a:pt x="407636" y="166022"/>
                  <a:pt x="420125" y="168182"/>
                  <a:pt x="432708" y="168182"/>
                </a:cubicBezTo>
                <a:cubicBezTo>
                  <a:pt x="443789" y="168182"/>
                  <a:pt x="454964" y="166163"/>
                  <a:pt x="466231" y="162125"/>
                </a:cubicBezTo>
                <a:cubicBezTo>
                  <a:pt x="477500" y="158087"/>
                  <a:pt x="486655" y="154097"/>
                  <a:pt x="493698" y="150153"/>
                </a:cubicBezTo>
                <a:cubicBezTo>
                  <a:pt x="500742" y="146209"/>
                  <a:pt x="504826" y="144237"/>
                  <a:pt x="505953" y="144237"/>
                </a:cubicBezTo>
                <a:close/>
                <a:moveTo>
                  <a:pt x="34932" y="144237"/>
                </a:moveTo>
                <a:cubicBezTo>
                  <a:pt x="36059" y="144237"/>
                  <a:pt x="40144" y="146209"/>
                  <a:pt x="47187" y="150153"/>
                </a:cubicBezTo>
                <a:cubicBezTo>
                  <a:pt x="54229" y="154097"/>
                  <a:pt x="63384" y="158087"/>
                  <a:pt x="74653" y="162125"/>
                </a:cubicBezTo>
                <a:cubicBezTo>
                  <a:pt x="85921" y="166163"/>
                  <a:pt x="97096" y="168182"/>
                  <a:pt x="108176" y="168182"/>
                </a:cubicBezTo>
                <a:cubicBezTo>
                  <a:pt x="120760" y="168182"/>
                  <a:pt x="133249" y="166022"/>
                  <a:pt x="145644" y="161703"/>
                </a:cubicBezTo>
                <a:cubicBezTo>
                  <a:pt x="144705" y="168652"/>
                  <a:pt x="144235" y="174849"/>
                  <a:pt x="144235" y="180296"/>
                </a:cubicBezTo>
                <a:cubicBezTo>
                  <a:pt x="144235" y="206401"/>
                  <a:pt x="151841" y="230440"/>
                  <a:pt x="167054" y="252413"/>
                </a:cubicBezTo>
                <a:cubicBezTo>
                  <a:pt x="136630" y="253353"/>
                  <a:pt x="111745" y="265372"/>
                  <a:pt x="92401" y="288472"/>
                </a:cubicBezTo>
                <a:lnTo>
                  <a:pt x="54652" y="288472"/>
                </a:lnTo>
                <a:cubicBezTo>
                  <a:pt x="39251" y="288472"/>
                  <a:pt x="26293" y="284669"/>
                  <a:pt x="15776" y="277063"/>
                </a:cubicBezTo>
                <a:cubicBezTo>
                  <a:pt x="5259" y="269457"/>
                  <a:pt x="0" y="258329"/>
                  <a:pt x="0" y="243680"/>
                </a:cubicBezTo>
                <a:cubicBezTo>
                  <a:pt x="0" y="177385"/>
                  <a:pt x="11644" y="144237"/>
                  <a:pt x="34932" y="144237"/>
                </a:cubicBezTo>
                <a:close/>
                <a:moveTo>
                  <a:pt x="270442" y="72119"/>
                </a:moveTo>
                <a:cubicBezTo>
                  <a:pt x="300303" y="72119"/>
                  <a:pt x="325799" y="82683"/>
                  <a:pt x="346926" y="103811"/>
                </a:cubicBezTo>
                <a:cubicBezTo>
                  <a:pt x="368054" y="124940"/>
                  <a:pt x="378619" y="150434"/>
                  <a:pt x="378619" y="180296"/>
                </a:cubicBezTo>
                <a:cubicBezTo>
                  <a:pt x="378619" y="210157"/>
                  <a:pt x="368054" y="235652"/>
                  <a:pt x="346926" y="256780"/>
                </a:cubicBezTo>
                <a:cubicBezTo>
                  <a:pt x="325799" y="277908"/>
                  <a:pt x="300303" y="288472"/>
                  <a:pt x="270442" y="288472"/>
                </a:cubicBezTo>
                <a:cubicBezTo>
                  <a:pt x="240580" y="288472"/>
                  <a:pt x="215085" y="277908"/>
                  <a:pt x="193957" y="256780"/>
                </a:cubicBezTo>
                <a:cubicBezTo>
                  <a:pt x="172829" y="235652"/>
                  <a:pt x="162265" y="210157"/>
                  <a:pt x="162265" y="180296"/>
                </a:cubicBezTo>
                <a:cubicBezTo>
                  <a:pt x="162265" y="150434"/>
                  <a:pt x="172829" y="124940"/>
                  <a:pt x="193957" y="103811"/>
                </a:cubicBezTo>
                <a:cubicBezTo>
                  <a:pt x="215085" y="82683"/>
                  <a:pt x="240580" y="72119"/>
                  <a:pt x="270442" y="72119"/>
                </a:cubicBezTo>
                <a:close/>
                <a:moveTo>
                  <a:pt x="432707" y="0"/>
                </a:moveTo>
                <a:cubicBezTo>
                  <a:pt x="452615" y="0"/>
                  <a:pt x="469611" y="7043"/>
                  <a:pt x="483697" y="21128"/>
                </a:cubicBezTo>
                <a:cubicBezTo>
                  <a:pt x="497783" y="35214"/>
                  <a:pt x="504825" y="52210"/>
                  <a:pt x="504825" y="72118"/>
                </a:cubicBezTo>
                <a:cubicBezTo>
                  <a:pt x="504825" y="92025"/>
                  <a:pt x="497783" y="109022"/>
                  <a:pt x="483697" y="123108"/>
                </a:cubicBezTo>
                <a:cubicBezTo>
                  <a:pt x="469611" y="137193"/>
                  <a:pt x="452615" y="144236"/>
                  <a:pt x="432707" y="144236"/>
                </a:cubicBezTo>
                <a:cubicBezTo>
                  <a:pt x="412800" y="144236"/>
                  <a:pt x="395803" y="137193"/>
                  <a:pt x="381717" y="123108"/>
                </a:cubicBezTo>
                <a:cubicBezTo>
                  <a:pt x="367632" y="109022"/>
                  <a:pt x="360589" y="92025"/>
                  <a:pt x="360589" y="72118"/>
                </a:cubicBezTo>
                <a:cubicBezTo>
                  <a:pt x="360589" y="52210"/>
                  <a:pt x="367632" y="35214"/>
                  <a:pt x="381717" y="21128"/>
                </a:cubicBezTo>
                <a:cubicBezTo>
                  <a:pt x="395803" y="7043"/>
                  <a:pt x="412800" y="0"/>
                  <a:pt x="432707" y="0"/>
                </a:cubicBezTo>
                <a:close/>
                <a:moveTo>
                  <a:pt x="108176" y="0"/>
                </a:moveTo>
                <a:cubicBezTo>
                  <a:pt x="128085" y="0"/>
                  <a:pt x="145080" y="7043"/>
                  <a:pt x="159167" y="21128"/>
                </a:cubicBezTo>
                <a:cubicBezTo>
                  <a:pt x="173252" y="35214"/>
                  <a:pt x="180295" y="52210"/>
                  <a:pt x="180295" y="72118"/>
                </a:cubicBezTo>
                <a:cubicBezTo>
                  <a:pt x="180295" y="92025"/>
                  <a:pt x="173252" y="109022"/>
                  <a:pt x="159167" y="123108"/>
                </a:cubicBezTo>
                <a:cubicBezTo>
                  <a:pt x="145080" y="137193"/>
                  <a:pt x="128085" y="144236"/>
                  <a:pt x="108176" y="144236"/>
                </a:cubicBezTo>
                <a:cubicBezTo>
                  <a:pt x="88270" y="144236"/>
                  <a:pt x="71272" y="137193"/>
                  <a:pt x="57187" y="123108"/>
                </a:cubicBezTo>
                <a:cubicBezTo>
                  <a:pt x="43102" y="109022"/>
                  <a:pt x="36059" y="92025"/>
                  <a:pt x="36059" y="72118"/>
                </a:cubicBezTo>
                <a:cubicBezTo>
                  <a:pt x="36059" y="52210"/>
                  <a:pt x="43102" y="35214"/>
                  <a:pt x="57187" y="21128"/>
                </a:cubicBezTo>
                <a:cubicBezTo>
                  <a:pt x="71272" y="7043"/>
                  <a:pt x="88270" y="0"/>
                  <a:pt x="108176"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76" name="Google Shape;876;p66"/>
          <p:cNvSpPr/>
          <p:nvPr/>
        </p:nvSpPr>
        <p:spPr>
          <a:xfrm>
            <a:off x="5085643" y="4275939"/>
            <a:ext cx="324531" cy="324530"/>
          </a:xfrm>
          <a:custGeom>
            <a:rect b="b" l="l" r="r" t="t"/>
            <a:pathLst>
              <a:path extrusionOk="0" h="432707" w="432708">
                <a:moveTo>
                  <a:pt x="225369" y="108177"/>
                </a:moveTo>
                <a:lnTo>
                  <a:pt x="243399" y="108177"/>
                </a:lnTo>
                <a:cubicBezTo>
                  <a:pt x="246028" y="108177"/>
                  <a:pt x="248188" y="109022"/>
                  <a:pt x="249878" y="110712"/>
                </a:cubicBezTo>
                <a:cubicBezTo>
                  <a:pt x="251568" y="112402"/>
                  <a:pt x="252414" y="114562"/>
                  <a:pt x="252414" y="117191"/>
                </a:cubicBezTo>
                <a:lnTo>
                  <a:pt x="252414" y="243398"/>
                </a:lnTo>
                <a:cubicBezTo>
                  <a:pt x="252414" y="246027"/>
                  <a:pt x="251568" y="248187"/>
                  <a:pt x="249878" y="249877"/>
                </a:cubicBezTo>
                <a:cubicBezTo>
                  <a:pt x="248188" y="251567"/>
                  <a:pt x="246028" y="252412"/>
                  <a:pt x="243399" y="252412"/>
                </a:cubicBezTo>
                <a:lnTo>
                  <a:pt x="153252" y="252412"/>
                </a:lnTo>
                <a:cubicBezTo>
                  <a:pt x="150623" y="252412"/>
                  <a:pt x="148462" y="251567"/>
                  <a:pt x="146772" y="249877"/>
                </a:cubicBezTo>
                <a:cubicBezTo>
                  <a:pt x="145082" y="248187"/>
                  <a:pt x="144237" y="246027"/>
                  <a:pt x="144237" y="243398"/>
                </a:cubicBezTo>
                <a:lnTo>
                  <a:pt x="144237" y="225368"/>
                </a:lnTo>
                <a:cubicBezTo>
                  <a:pt x="144237" y="222739"/>
                  <a:pt x="145082" y="220579"/>
                  <a:pt x="146772" y="218889"/>
                </a:cubicBezTo>
                <a:cubicBezTo>
                  <a:pt x="148462" y="217199"/>
                  <a:pt x="150623" y="216354"/>
                  <a:pt x="153252" y="216354"/>
                </a:cubicBezTo>
                <a:lnTo>
                  <a:pt x="216355" y="216354"/>
                </a:lnTo>
                <a:lnTo>
                  <a:pt x="216355" y="117191"/>
                </a:lnTo>
                <a:cubicBezTo>
                  <a:pt x="216355" y="114562"/>
                  <a:pt x="217200" y="112402"/>
                  <a:pt x="218890" y="110712"/>
                </a:cubicBezTo>
                <a:cubicBezTo>
                  <a:pt x="220581" y="109022"/>
                  <a:pt x="222740" y="108177"/>
                  <a:pt x="225369" y="108177"/>
                </a:cubicBezTo>
                <a:close/>
                <a:moveTo>
                  <a:pt x="216354" y="63103"/>
                </a:moveTo>
                <a:cubicBezTo>
                  <a:pt x="188558" y="63103"/>
                  <a:pt x="162923" y="69958"/>
                  <a:pt x="139447" y="83668"/>
                </a:cubicBezTo>
                <a:cubicBezTo>
                  <a:pt x="115971" y="97378"/>
                  <a:pt x="97378" y="115971"/>
                  <a:pt x="83668" y="139447"/>
                </a:cubicBezTo>
                <a:cubicBezTo>
                  <a:pt x="69958" y="162922"/>
                  <a:pt x="63103" y="188558"/>
                  <a:pt x="63103" y="216354"/>
                </a:cubicBezTo>
                <a:cubicBezTo>
                  <a:pt x="63103" y="244149"/>
                  <a:pt x="69958" y="269785"/>
                  <a:pt x="83668" y="293260"/>
                </a:cubicBezTo>
                <a:cubicBezTo>
                  <a:pt x="97378" y="316736"/>
                  <a:pt x="115971" y="335329"/>
                  <a:pt x="139447" y="349039"/>
                </a:cubicBezTo>
                <a:cubicBezTo>
                  <a:pt x="162923" y="362749"/>
                  <a:pt x="188558" y="369604"/>
                  <a:pt x="216354" y="369604"/>
                </a:cubicBezTo>
                <a:cubicBezTo>
                  <a:pt x="244150" y="369604"/>
                  <a:pt x="269785" y="362749"/>
                  <a:pt x="293261" y="349039"/>
                </a:cubicBezTo>
                <a:cubicBezTo>
                  <a:pt x="316737" y="335329"/>
                  <a:pt x="335330" y="316736"/>
                  <a:pt x="349039" y="293260"/>
                </a:cubicBezTo>
                <a:cubicBezTo>
                  <a:pt x="362750" y="269785"/>
                  <a:pt x="369604" y="244149"/>
                  <a:pt x="369604" y="216354"/>
                </a:cubicBezTo>
                <a:cubicBezTo>
                  <a:pt x="369604" y="188558"/>
                  <a:pt x="362750" y="162922"/>
                  <a:pt x="349039" y="139447"/>
                </a:cubicBezTo>
                <a:cubicBezTo>
                  <a:pt x="335330" y="115971"/>
                  <a:pt x="316737" y="97378"/>
                  <a:pt x="293261" y="83668"/>
                </a:cubicBezTo>
                <a:cubicBezTo>
                  <a:pt x="269785" y="69958"/>
                  <a:pt x="244150" y="63103"/>
                  <a:pt x="216354" y="63103"/>
                </a:cubicBezTo>
                <a:close/>
                <a:moveTo>
                  <a:pt x="216354" y="0"/>
                </a:moveTo>
                <a:cubicBezTo>
                  <a:pt x="255606" y="0"/>
                  <a:pt x="291806" y="9672"/>
                  <a:pt x="324953" y="29016"/>
                </a:cubicBezTo>
                <a:cubicBezTo>
                  <a:pt x="358101" y="48360"/>
                  <a:pt x="384347" y="74606"/>
                  <a:pt x="403692" y="107754"/>
                </a:cubicBezTo>
                <a:cubicBezTo>
                  <a:pt x="423036" y="140902"/>
                  <a:pt x="432708" y="177102"/>
                  <a:pt x="432708" y="216354"/>
                </a:cubicBezTo>
                <a:cubicBezTo>
                  <a:pt x="432708" y="255605"/>
                  <a:pt x="423036" y="291805"/>
                  <a:pt x="403692" y="324953"/>
                </a:cubicBezTo>
                <a:cubicBezTo>
                  <a:pt x="384347" y="358101"/>
                  <a:pt x="358101" y="384347"/>
                  <a:pt x="324953" y="403691"/>
                </a:cubicBezTo>
                <a:cubicBezTo>
                  <a:pt x="291806" y="423035"/>
                  <a:pt x="255606" y="432707"/>
                  <a:pt x="216354" y="432707"/>
                </a:cubicBezTo>
                <a:cubicBezTo>
                  <a:pt x="177102" y="432707"/>
                  <a:pt x="140902" y="423035"/>
                  <a:pt x="107755" y="403691"/>
                </a:cubicBezTo>
                <a:cubicBezTo>
                  <a:pt x="74607" y="384347"/>
                  <a:pt x="48361" y="358101"/>
                  <a:pt x="29016" y="324953"/>
                </a:cubicBezTo>
                <a:cubicBezTo>
                  <a:pt x="9673" y="291805"/>
                  <a:pt x="0" y="255605"/>
                  <a:pt x="0" y="216354"/>
                </a:cubicBezTo>
                <a:cubicBezTo>
                  <a:pt x="0" y="177102"/>
                  <a:pt x="9673" y="140902"/>
                  <a:pt x="29016" y="107754"/>
                </a:cubicBezTo>
                <a:cubicBezTo>
                  <a:pt x="48361" y="74606"/>
                  <a:pt x="74607" y="48360"/>
                  <a:pt x="107755" y="29016"/>
                </a:cubicBezTo>
                <a:cubicBezTo>
                  <a:pt x="140902" y="9672"/>
                  <a:pt x="177102" y="0"/>
                  <a:pt x="216354"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77" name="Google Shape;877;p66"/>
          <p:cNvSpPr/>
          <p:nvPr/>
        </p:nvSpPr>
        <p:spPr>
          <a:xfrm>
            <a:off x="548044" y="5380252"/>
            <a:ext cx="459751" cy="378619"/>
          </a:xfrm>
          <a:custGeom>
            <a:rect b="b" l="l" r="r" t="t"/>
            <a:pathLst>
              <a:path extrusionOk="0" h="504825" w="613002">
                <a:moveTo>
                  <a:pt x="306501" y="0"/>
                </a:moveTo>
                <a:cubicBezTo>
                  <a:pt x="311572" y="0"/>
                  <a:pt x="316267" y="939"/>
                  <a:pt x="320586" y="2817"/>
                </a:cubicBezTo>
                <a:lnTo>
                  <a:pt x="446793" y="56906"/>
                </a:lnTo>
                <a:cubicBezTo>
                  <a:pt x="453366" y="59910"/>
                  <a:pt x="458671" y="64418"/>
                  <a:pt x="462709" y="70428"/>
                </a:cubicBezTo>
                <a:cubicBezTo>
                  <a:pt x="466747" y="76438"/>
                  <a:pt x="468766" y="83011"/>
                  <a:pt x="468766" y="90147"/>
                </a:cubicBezTo>
                <a:lnTo>
                  <a:pt x="468766" y="202832"/>
                </a:lnTo>
                <a:lnTo>
                  <a:pt x="591028" y="255230"/>
                </a:lnTo>
                <a:cubicBezTo>
                  <a:pt x="597789" y="258235"/>
                  <a:pt x="603142" y="262742"/>
                  <a:pt x="607086" y="268752"/>
                </a:cubicBezTo>
                <a:cubicBezTo>
                  <a:pt x="611030" y="274762"/>
                  <a:pt x="613002" y="281335"/>
                  <a:pt x="613002" y="288471"/>
                </a:cubicBezTo>
                <a:lnTo>
                  <a:pt x="613002" y="405663"/>
                </a:lnTo>
                <a:cubicBezTo>
                  <a:pt x="613002" y="412424"/>
                  <a:pt x="611218" y="418716"/>
                  <a:pt x="607649" y="424538"/>
                </a:cubicBezTo>
                <a:cubicBezTo>
                  <a:pt x="604081" y="430360"/>
                  <a:pt x="599198" y="434773"/>
                  <a:pt x="593000" y="437778"/>
                </a:cubicBezTo>
                <a:lnTo>
                  <a:pt x="466794" y="500881"/>
                </a:lnTo>
                <a:cubicBezTo>
                  <a:pt x="462099" y="503510"/>
                  <a:pt x="456747" y="504825"/>
                  <a:pt x="450736" y="504825"/>
                </a:cubicBezTo>
                <a:cubicBezTo>
                  <a:pt x="444727" y="504825"/>
                  <a:pt x="439374" y="503510"/>
                  <a:pt x="434679" y="500881"/>
                </a:cubicBezTo>
                <a:lnTo>
                  <a:pt x="308473" y="437778"/>
                </a:lnTo>
                <a:cubicBezTo>
                  <a:pt x="307534" y="437402"/>
                  <a:pt x="306877" y="437027"/>
                  <a:pt x="306501" y="436651"/>
                </a:cubicBezTo>
                <a:cubicBezTo>
                  <a:pt x="306126" y="437027"/>
                  <a:pt x="305468" y="437402"/>
                  <a:pt x="304529" y="437778"/>
                </a:cubicBezTo>
                <a:lnTo>
                  <a:pt x="178323" y="500881"/>
                </a:lnTo>
                <a:cubicBezTo>
                  <a:pt x="173628" y="503510"/>
                  <a:pt x="168275" y="504825"/>
                  <a:pt x="162265" y="504825"/>
                </a:cubicBezTo>
                <a:cubicBezTo>
                  <a:pt x="156256" y="504825"/>
                  <a:pt x="150903" y="503510"/>
                  <a:pt x="146207" y="500881"/>
                </a:cubicBezTo>
                <a:lnTo>
                  <a:pt x="20001" y="437778"/>
                </a:lnTo>
                <a:cubicBezTo>
                  <a:pt x="13804" y="434773"/>
                  <a:pt x="8921" y="430360"/>
                  <a:pt x="5353" y="424538"/>
                </a:cubicBezTo>
                <a:cubicBezTo>
                  <a:pt x="1784" y="418716"/>
                  <a:pt x="0" y="412424"/>
                  <a:pt x="0" y="405663"/>
                </a:cubicBezTo>
                <a:lnTo>
                  <a:pt x="0" y="288471"/>
                </a:lnTo>
                <a:cubicBezTo>
                  <a:pt x="0" y="281335"/>
                  <a:pt x="2019" y="274762"/>
                  <a:pt x="6057" y="268752"/>
                </a:cubicBezTo>
                <a:cubicBezTo>
                  <a:pt x="10095" y="262742"/>
                  <a:pt x="15400" y="258235"/>
                  <a:pt x="21973" y="255230"/>
                </a:cubicBezTo>
                <a:lnTo>
                  <a:pt x="144235" y="202832"/>
                </a:lnTo>
                <a:lnTo>
                  <a:pt x="144235" y="90147"/>
                </a:lnTo>
                <a:cubicBezTo>
                  <a:pt x="144235" y="83011"/>
                  <a:pt x="146255" y="76438"/>
                  <a:pt x="150293" y="70428"/>
                </a:cubicBezTo>
                <a:cubicBezTo>
                  <a:pt x="154330" y="64418"/>
                  <a:pt x="159636" y="59910"/>
                  <a:pt x="166209" y="56906"/>
                </a:cubicBezTo>
                <a:lnTo>
                  <a:pt x="292415" y="2817"/>
                </a:lnTo>
                <a:cubicBezTo>
                  <a:pt x="296735" y="939"/>
                  <a:pt x="301430" y="0"/>
                  <a:pt x="306501" y="0"/>
                </a:cubicBezTo>
                <a:close/>
                <a:moveTo>
                  <a:pt x="306501" y="36059"/>
                </a:moveTo>
                <a:lnTo>
                  <a:pt x="182267" y="89302"/>
                </a:lnTo>
                <a:lnTo>
                  <a:pt x="306501" y="142546"/>
                </a:lnTo>
                <a:lnTo>
                  <a:pt x="430735" y="89302"/>
                </a:lnTo>
                <a:lnTo>
                  <a:pt x="306501" y="36059"/>
                </a:lnTo>
                <a:close/>
                <a:moveTo>
                  <a:pt x="432707" y="127897"/>
                </a:moveTo>
                <a:lnTo>
                  <a:pt x="324530" y="174097"/>
                </a:lnTo>
                <a:lnTo>
                  <a:pt x="324530" y="249314"/>
                </a:lnTo>
                <a:lnTo>
                  <a:pt x="432707" y="202832"/>
                </a:lnTo>
                <a:lnTo>
                  <a:pt x="432707" y="127897"/>
                </a:lnTo>
                <a:close/>
                <a:moveTo>
                  <a:pt x="450736" y="234383"/>
                </a:moveTo>
                <a:lnTo>
                  <a:pt x="336925" y="283119"/>
                </a:lnTo>
                <a:lnTo>
                  <a:pt x="450736" y="331855"/>
                </a:lnTo>
                <a:lnTo>
                  <a:pt x="564548" y="283119"/>
                </a:lnTo>
                <a:lnTo>
                  <a:pt x="450736" y="234383"/>
                </a:lnTo>
                <a:close/>
                <a:moveTo>
                  <a:pt x="576943" y="317206"/>
                </a:moveTo>
                <a:lnTo>
                  <a:pt x="468766" y="363407"/>
                </a:lnTo>
                <a:lnTo>
                  <a:pt x="468766" y="459751"/>
                </a:lnTo>
                <a:lnTo>
                  <a:pt x="576943" y="405663"/>
                </a:lnTo>
                <a:lnTo>
                  <a:pt x="576943" y="317206"/>
                </a:lnTo>
                <a:close/>
                <a:moveTo>
                  <a:pt x="162265" y="234383"/>
                </a:moveTo>
                <a:lnTo>
                  <a:pt x="48454" y="283119"/>
                </a:lnTo>
                <a:lnTo>
                  <a:pt x="162265" y="331855"/>
                </a:lnTo>
                <a:lnTo>
                  <a:pt x="276076" y="283119"/>
                </a:lnTo>
                <a:lnTo>
                  <a:pt x="162265" y="234383"/>
                </a:lnTo>
                <a:close/>
                <a:moveTo>
                  <a:pt x="288471" y="317206"/>
                </a:moveTo>
                <a:lnTo>
                  <a:pt x="180295" y="363407"/>
                </a:lnTo>
                <a:lnTo>
                  <a:pt x="180295" y="459751"/>
                </a:lnTo>
                <a:lnTo>
                  <a:pt x="288471" y="405663"/>
                </a:lnTo>
                <a:lnTo>
                  <a:pt x="288471" y="317206"/>
                </a:ln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78" name="Google Shape;878;p66"/>
          <p:cNvSpPr/>
          <p:nvPr/>
        </p:nvSpPr>
        <p:spPr>
          <a:xfrm>
            <a:off x="5085647" y="5380242"/>
            <a:ext cx="324530" cy="378619"/>
          </a:xfrm>
          <a:custGeom>
            <a:rect b="b" l="l" r="r" t="t"/>
            <a:pathLst>
              <a:path extrusionOk="0" h="504825" w="432707">
                <a:moveTo>
                  <a:pt x="117192" y="360589"/>
                </a:moveTo>
                <a:cubicBezTo>
                  <a:pt x="114562" y="360589"/>
                  <a:pt x="112402" y="361434"/>
                  <a:pt x="110712" y="363125"/>
                </a:cubicBezTo>
                <a:cubicBezTo>
                  <a:pt x="109022" y="364815"/>
                  <a:pt x="108177" y="366975"/>
                  <a:pt x="108177" y="369604"/>
                </a:cubicBezTo>
                <a:lnTo>
                  <a:pt x="108177" y="387634"/>
                </a:lnTo>
                <a:cubicBezTo>
                  <a:pt x="108177" y="390263"/>
                  <a:pt x="109022" y="392423"/>
                  <a:pt x="110712" y="394113"/>
                </a:cubicBezTo>
                <a:cubicBezTo>
                  <a:pt x="112402" y="395803"/>
                  <a:pt x="114562" y="396648"/>
                  <a:pt x="117192" y="396648"/>
                </a:cubicBezTo>
                <a:lnTo>
                  <a:pt x="315516" y="396648"/>
                </a:lnTo>
                <a:cubicBezTo>
                  <a:pt x="318145" y="396648"/>
                  <a:pt x="320305" y="395803"/>
                  <a:pt x="321995" y="394113"/>
                </a:cubicBezTo>
                <a:cubicBezTo>
                  <a:pt x="323685" y="392423"/>
                  <a:pt x="324530" y="390263"/>
                  <a:pt x="324530" y="387634"/>
                </a:cubicBezTo>
                <a:lnTo>
                  <a:pt x="324530" y="369604"/>
                </a:lnTo>
                <a:cubicBezTo>
                  <a:pt x="324530" y="366975"/>
                  <a:pt x="323685" y="364815"/>
                  <a:pt x="321995" y="363125"/>
                </a:cubicBezTo>
                <a:cubicBezTo>
                  <a:pt x="320305" y="361434"/>
                  <a:pt x="318145" y="360589"/>
                  <a:pt x="315516" y="360589"/>
                </a:cubicBezTo>
                <a:close/>
                <a:moveTo>
                  <a:pt x="117192" y="288471"/>
                </a:moveTo>
                <a:cubicBezTo>
                  <a:pt x="114562" y="288471"/>
                  <a:pt x="112402" y="289317"/>
                  <a:pt x="110712" y="291007"/>
                </a:cubicBezTo>
                <a:cubicBezTo>
                  <a:pt x="109022" y="292697"/>
                  <a:pt x="108177" y="294857"/>
                  <a:pt x="108177" y="297486"/>
                </a:cubicBezTo>
                <a:lnTo>
                  <a:pt x="108177" y="315516"/>
                </a:lnTo>
                <a:cubicBezTo>
                  <a:pt x="108177" y="318145"/>
                  <a:pt x="109022" y="320305"/>
                  <a:pt x="110712" y="321995"/>
                </a:cubicBezTo>
                <a:cubicBezTo>
                  <a:pt x="112402" y="323685"/>
                  <a:pt x="114562" y="324530"/>
                  <a:pt x="117192" y="324530"/>
                </a:cubicBezTo>
                <a:lnTo>
                  <a:pt x="315516" y="324530"/>
                </a:lnTo>
                <a:cubicBezTo>
                  <a:pt x="318145" y="324530"/>
                  <a:pt x="320305" y="323685"/>
                  <a:pt x="321995" y="321995"/>
                </a:cubicBezTo>
                <a:cubicBezTo>
                  <a:pt x="323685" y="320305"/>
                  <a:pt x="324530" y="318145"/>
                  <a:pt x="324530" y="315516"/>
                </a:cubicBezTo>
                <a:lnTo>
                  <a:pt x="324530" y="297486"/>
                </a:lnTo>
                <a:cubicBezTo>
                  <a:pt x="324530" y="294857"/>
                  <a:pt x="323685" y="292697"/>
                  <a:pt x="321995" y="291007"/>
                </a:cubicBezTo>
                <a:cubicBezTo>
                  <a:pt x="320305" y="289317"/>
                  <a:pt x="318145" y="288471"/>
                  <a:pt x="315516" y="288471"/>
                </a:cubicBezTo>
                <a:close/>
                <a:moveTo>
                  <a:pt x="117192" y="216354"/>
                </a:moveTo>
                <a:cubicBezTo>
                  <a:pt x="114562" y="216354"/>
                  <a:pt x="112402" y="217199"/>
                  <a:pt x="110712" y="218889"/>
                </a:cubicBezTo>
                <a:cubicBezTo>
                  <a:pt x="109022" y="220579"/>
                  <a:pt x="108177" y="222739"/>
                  <a:pt x="108177" y="225368"/>
                </a:cubicBezTo>
                <a:lnTo>
                  <a:pt x="108177" y="243398"/>
                </a:lnTo>
                <a:cubicBezTo>
                  <a:pt x="108177" y="246027"/>
                  <a:pt x="109022" y="248187"/>
                  <a:pt x="110712" y="249877"/>
                </a:cubicBezTo>
                <a:cubicBezTo>
                  <a:pt x="112402" y="251567"/>
                  <a:pt x="114562" y="252412"/>
                  <a:pt x="117192" y="252412"/>
                </a:cubicBezTo>
                <a:lnTo>
                  <a:pt x="315516" y="252412"/>
                </a:lnTo>
                <a:cubicBezTo>
                  <a:pt x="318145" y="252412"/>
                  <a:pt x="320305" y="251567"/>
                  <a:pt x="321995" y="249877"/>
                </a:cubicBezTo>
                <a:cubicBezTo>
                  <a:pt x="323685" y="248187"/>
                  <a:pt x="324530" y="246027"/>
                  <a:pt x="324530" y="243398"/>
                </a:cubicBezTo>
                <a:lnTo>
                  <a:pt x="324530" y="225368"/>
                </a:lnTo>
                <a:cubicBezTo>
                  <a:pt x="324530" y="222739"/>
                  <a:pt x="323685" y="220579"/>
                  <a:pt x="321995" y="218889"/>
                </a:cubicBezTo>
                <a:cubicBezTo>
                  <a:pt x="320305" y="217199"/>
                  <a:pt x="318145" y="216354"/>
                  <a:pt x="315516" y="216354"/>
                </a:cubicBezTo>
                <a:close/>
                <a:moveTo>
                  <a:pt x="288471" y="11268"/>
                </a:moveTo>
                <a:cubicBezTo>
                  <a:pt x="292603" y="13898"/>
                  <a:pt x="295984" y="16527"/>
                  <a:pt x="298613" y="19156"/>
                </a:cubicBezTo>
                <a:lnTo>
                  <a:pt x="413551" y="134094"/>
                </a:lnTo>
                <a:cubicBezTo>
                  <a:pt x="416180" y="136723"/>
                  <a:pt x="418809" y="140104"/>
                  <a:pt x="421439" y="144236"/>
                </a:cubicBezTo>
                <a:lnTo>
                  <a:pt x="288471" y="144236"/>
                </a:lnTo>
                <a:close/>
                <a:moveTo>
                  <a:pt x="27044" y="0"/>
                </a:moveTo>
                <a:lnTo>
                  <a:pt x="252413" y="0"/>
                </a:lnTo>
                <a:lnTo>
                  <a:pt x="252413" y="153251"/>
                </a:lnTo>
                <a:cubicBezTo>
                  <a:pt x="252413" y="160763"/>
                  <a:pt x="255042" y="167148"/>
                  <a:pt x="260300" y="172407"/>
                </a:cubicBezTo>
                <a:cubicBezTo>
                  <a:pt x="265559" y="177665"/>
                  <a:pt x="271944" y="180295"/>
                  <a:pt x="279457" y="180295"/>
                </a:cubicBezTo>
                <a:lnTo>
                  <a:pt x="432707" y="180295"/>
                </a:lnTo>
                <a:lnTo>
                  <a:pt x="432707" y="477781"/>
                </a:lnTo>
                <a:cubicBezTo>
                  <a:pt x="432707" y="485293"/>
                  <a:pt x="430078" y="491678"/>
                  <a:pt x="424819" y="496937"/>
                </a:cubicBezTo>
                <a:cubicBezTo>
                  <a:pt x="419561" y="502196"/>
                  <a:pt x="413175" y="504825"/>
                  <a:pt x="405663" y="504825"/>
                </a:cubicBezTo>
                <a:lnTo>
                  <a:pt x="27044" y="504825"/>
                </a:lnTo>
                <a:cubicBezTo>
                  <a:pt x="19532" y="504825"/>
                  <a:pt x="13147" y="502196"/>
                  <a:pt x="7888" y="496937"/>
                </a:cubicBezTo>
                <a:cubicBezTo>
                  <a:pt x="2630" y="491678"/>
                  <a:pt x="0" y="485293"/>
                  <a:pt x="0" y="477781"/>
                </a:cubicBezTo>
                <a:lnTo>
                  <a:pt x="0" y="27044"/>
                </a:lnTo>
                <a:cubicBezTo>
                  <a:pt x="0" y="19532"/>
                  <a:pt x="2630" y="13147"/>
                  <a:pt x="7888" y="7888"/>
                </a:cubicBezTo>
                <a:cubicBezTo>
                  <a:pt x="13147" y="2629"/>
                  <a:pt x="19532" y="0"/>
                  <a:pt x="27044"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79" name="Google Shape;879;p66"/>
          <p:cNvSpPr/>
          <p:nvPr/>
        </p:nvSpPr>
        <p:spPr>
          <a:xfrm>
            <a:off x="588632" y="3290601"/>
            <a:ext cx="378619" cy="324530"/>
          </a:xfrm>
          <a:custGeom>
            <a:rect b="b" l="l" r="r" t="t"/>
            <a:pathLst>
              <a:path extrusionOk="0" h="432707" w="504825">
                <a:moveTo>
                  <a:pt x="207339" y="0"/>
                </a:moveTo>
                <a:lnTo>
                  <a:pt x="297486" y="0"/>
                </a:lnTo>
                <a:cubicBezTo>
                  <a:pt x="304999" y="0"/>
                  <a:pt x="311384" y="2629"/>
                  <a:pt x="316642" y="7888"/>
                </a:cubicBezTo>
                <a:cubicBezTo>
                  <a:pt x="321901" y="13146"/>
                  <a:pt x="324530" y="19532"/>
                  <a:pt x="324530" y="27044"/>
                </a:cubicBezTo>
                <a:lnTo>
                  <a:pt x="324530" y="117192"/>
                </a:lnTo>
                <a:cubicBezTo>
                  <a:pt x="324530" y="124704"/>
                  <a:pt x="321901" y="131089"/>
                  <a:pt x="316642" y="136348"/>
                </a:cubicBezTo>
                <a:cubicBezTo>
                  <a:pt x="311384" y="141606"/>
                  <a:pt x="304999" y="144236"/>
                  <a:pt x="297486" y="144236"/>
                </a:cubicBezTo>
                <a:lnTo>
                  <a:pt x="270442" y="144236"/>
                </a:lnTo>
                <a:lnTo>
                  <a:pt x="270442" y="198324"/>
                </a:lnTo>
                <a:lnTo>
                  <a:pt x="414678" y="198324"/>
                </a:lnTo>
                <a:cubicBezTo>
                  <a:pt x="424444" y="198324"/>
                  <a:pt x="432895" y="201892"/>
                  <a:pt x="440031" y="209029"/>
                </a:cubicBezTo>
                <a:cubicBezTo>
                  <a:pt x="447168" y="216166"/>
                  <a:pt x="450736" y="224617"/>
                  <a:pt x="450736" y="234383"/>
                </a:cubicBezTo>
                <a:lnTo>
                  <a:pt x="450736" y="288471"/>
                </a:lnTo>
                <a:lnTo>
                  <a:pt x="477781" y="288471"/>
                </a:lnTo>
                <a:cubicBezTo>
                  <a:pt x="485293" y="288471"/>
                  <a:pt x="491679" y="291101"/>
                  <a:pt x="496937" y="296359"/>
                </a:cubicBezTo>
                <a:cubicBezTo>
                  <a:pt x="502196" y="301618"/>
                  <a:pt x="504825" y="308003"/>
                  <a:pt x="504825" y="315515"/>
                </a:cubicBezTo>
                <a:lnTo>
                  <a:pt x="504825" y="405663"/>
                </a:lnTo>
                <a:cubicBezTo>
                  <a:pt x="504825" y="413175"/>
                  <a:pt x="502196" y="419561"/>
                  <a:pt x="496937" y="424819"/>
                </a:cubicBezTo>
                <a:cubicBezTo>
                  <a:pt x="491679" y="430078"/>
                  <a:pt x="485293" y="432707"/>
                  <a:pt x="477781" y="432707"/>
                </a:cubicBezTo>
                <a:lnTo>
                  <a:pt x="387633" y="432707"/>
                </a:lnTo>
                <a:cubicBezTo>
                  <a:pt x="380121" y="432707"/>
                  <a:pt x="373736" y="430078"/>
                  <a:pt x="368477" y="424819"/>
                </a:cubicBezTo>
                <a:cubicBezTo>
                  <a:pt x="363219" y="419561"/>
                  <a:pt x="360589" y="413175"/>
                  <a:pt x="360589" y="405663"/>
                </a:cubicBezTo>
                <a:lnTo>
                  <a:pt x="360589" y="315515"/>
                </a:lnTo>
                <a:cubicBezTo>
                  <a:pt x="360589" y="308003"/>
                  <a:pt x="363219" y="301618"/>
                  <a:pt x="368477" y="296359"/>
                </a:cubicBezTo>
                <a:cubicBezTo>
                  <a:pt x="373736" y="291101"/>
                  <a:pt x="380121" y="288471"/>
                  <a:pt x="387633" y="288471"/>
                </a:cubicBezTo>
                <a:lnTo>
                  <a:pt x="414678" y="288471"/>
                </a:lnTo>
                <a:lnTo>
                  <a:pt x="414678" y="234383"/>
                </a:lnTo>
                <a:lnTo>
                  <a:pt x="270442" y="234383"/>
                </a:lnTo>
                <a:lnTo>
                  <a:pt x="270442" y="288471"/>
                </a:lnTo>
                <a:lnTo>
                  <a:pt x="297486" y="288471"/>
                </a:lnTo>
                <a:cubicBezTo>
                  <a:pt x="304999" y="288471"/>
                  <a:pt x="311384" y="291101"/>
                  <a:pt x="316642" y="296359"/>
                </a:cubicBezTo>
                <a:cubicBezTo>
                  <a:pt x="321901" y="301618"/>
                  <a:pt x="324530" y="308003"/>
                  <a:pt x="324530" y="315515"/>
                </a:cubicBezTo>
                <a:lnTo>
                  <a:pt x="324530" y="405663"/>
                </a:lnTo>
                <a:cubicBezTo>
                  <a:pt x="324530" y="413175"/>
                  <a:pt x="321901" y="419561"/>
                  <a:pt x="316642" y="424819"/>
                </a:cubicBezTo>
                <a:cubicBezTo>
                  <a:pt x="311384" y="430078"/>
                  <a:pt x="304999" y="432707"/>
                  <a:pt x="297486" y="432707"/>
                </a:cubicBezTo>
                <a:lnTo>
                  <a:pt x="207339" y="432707"/>
                </a:lnTo>
                <a:cubicBezTo>
                  <a:pt x="199827" y="432707"/>
                  <a:pt x="193441" y="430078"/>
                  <a:pt x="188182" y="424819"/>
                </a:cubicBezTo>
                <a:cubicBezTo>
                  <a:pt x="182924" y="419561"/>
                  <a:pt x="180294" y="413175"/>
                  <a:pt x="180294" y="405663"/>
                </a:cubicBezTo>
                <a:lnTo>
                  <a:pt x="180294" y="315515"/>
                </a:lnTo>
                <a:cubicBezTo>
                  <a:pt x="180294" y="308003"/>
                  <a:pt x="182924" y="301618"/>
                  <a:pt x="188182" y="296359"/>
                </a:cubicBezTo>
                <a:cubicBezTo>
                  <a:pt x="193441" y="291101"/>
                  <a:pt x="199827" y="288471"/>
                  <a:pt x="207339" y="288471"/>
                </a:cubicBezTo>
                <a:lnTo>
                  <a:pt x="234383" y="288471"/>
                </a:lnTo>
                <a:lnTo>
                  <a:pt x="234383" y="234383"/>
                </a:lnTo>
                <a:lnTo>
                  <a:pt x="90147" y="234383"/>
                </a:lnTo>
                <a:lnTo>
                  <a:pt x="90147" y="288471"/>
                </a:lnTo>
                <a:lnTo>
                  <a:pt x="117191" y="288471"/>
                </a:lnTo>
                <a:cubicBezTo>
                  <a:pt x="124704" y="288471"/>
                  <a:pt x="131089" y="291101"/>
                  <a:pt x="136348" y="296359"/>
                </a:cubicBezTo>
                <a:cubicBezTo>
                  <a:pt x="141606" y="301618"/>
                  <a:pt x="144235" y="308003"/>
                  <a:pt x="144235" y="315515"/>
                </a:cubicBezTo>
                <a:lnTo>
                  <a:pt x="144235" y="405663"/>
                </a:lnTo>
                <a:cubicBezTo>
                  <a:pt x="144235" y="413175"/>
                  <a:pt x="141606" y="419561"/>
                  <a:pt x="136348" y="424819"/>
                </a:cubicBezTo>
                <a:cubicBezTo>
                  <a:pt x="131089" y="430078"/>
                  <a:pt x="124704" y="432707"/>
                  <a:pt x="117191" y="432707"/>
                </a:cubicBezTo>
                <a:lnTo>
                  <a:pt x="27044" y="432707"/>
                </a:lnTo>
                <a:cubicBezTo>
                  <a:pt x="19532" y="432707"/>
                  <a:pt x="13147" y="430078"/>
                  <a:pt x="7888" y="424819"/>
                </a:cubicBezTo>
                <a:cubicBezTo>
                  <a:pt x="2630" y="419561"/>
                  <a:pt x="0" y="413175"/>
                  <a:pt x="0" y="405663"/>
                </a:cubicBezTo>
                <a:lnTo>
                  <a:pt x="0" y="315515"/>
                </a:lnTo>
                <a:cubicBezTo>
                  <a:pt x="0" y="308003"/>
                  <a:pt x="2630" y="301618"/>
                  <a:pt x="7888" y="296359"/>
                </a:cubicBezTo>
                <a:cubicBezTo>
                  <a:pt x="13147" y="291101"/>
                  <a:pt x="19532" y="288471"/>
                  <a:pt x="27044" y="288471"/>
                </a:cubicBezTo>
                <a:lnTo>
                  <a:pt x="54088" y="288471"/>
                </a:lnTo>
                <a:lnTo>
                  <a:pt x="54088" y="234383"/>
                </a:lnTo>
                <a:cubicBezTo>
                  <a:pt x="54088" y="224617"/>
                  <a:pt x="57657" y="216166"/>
                  <a:pt x="64793" y="209029"/>
                </a:cubicBezTo>
                <a:cubicBezTo>
                  <a:pt x="71930" y="201892"/>
                  <a:pt x="80381" y="198324"/>
                  <a:pt x="90147" y="198324"/>
                </a:cubicBezTo>
                <a:lnTo>
                  <a:pt x="234383" y="198324"/>
                </a:lnTo>
                <a:lnTo>
                  <a:pt x="234383" y="144236"/>
                </a:lnTo>
                <a:lnTo>
                  <a:pt x="207339" y="144236"/>
                </a:lnTo>
                <a:cubicBezTo>
                  <a:pt x="199827" y="144236"/>
                  <a:pt x="193441" y="141606"/>
                  <a:pt x="188182" y="136348"/>
                </a:cubicBezTo>
                <a:cubicBezTo>
                  <a:pt x="182924" y="131089"/>
                  <a:pt x="180294" y="124704"/>
                  <a:pt x="180294" y="117192"/>
                </a:cubicBezTo>
                <a:lnTo>
                  <a:pt x="180294" y="27044"/>
                </a:lnTo>
                <a:cubicBezTo>
                  <a:pt x="180294" y="19532"/>
                  <a:pt x="182924" y="13146"/>
                  <a:pt x="188182" y="7888"/>
                </a:cubicBezTo>
                <a:cubicBezTo>
                  <a:pt x="193441" y="2629"/>
                  <a:pt x="199827" y="0"/>
                  <a:pt x="207339"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80" name="Google Shape;880;p66"/>
          <p:cNvSpPr/>
          <p:nvPr/>
        </p:nvSpPr>
        <p:spPr>
          <a:xfrm>
            <a:off x="5057004" y="3306254"/>
            <a:ext cx="324530" cy="324530"/>
          </a:xfrm>
          <a:custGeom>
            <a:rect b="b" l="l" r="r" t="t"/>
            <a:pathLst>
              <a:path extrusionOk="0" h="432707" w="432707">
                <a:moveTo>
                  <a:pt x="18029" y="0"/>
                </a:moveTo>
                <a:lnTo>
                  <a:pt x="144236" y="0"/>
                </a:lnTo>
                <a:cubicBezTo>
                  <a:pt x="152124" y="0"/>
                  <a:pt x="157664" y="3756"/>
                  <a:pt x="160856" y="11268"/>
                </a:cubicBezTo>
                <a:cubicBezTo>
                  <a:pt x="164050" y="18593"/>
                  <a:pt x="162735" y="25072"/>
                  <a:pt x="156912" y="30706"/>
                </a:cubicBezTo>
                <a:lnTo>
                  <a:pt x="116347" y="71273"/>
                </a:lnTo>
                <a:lnTo>
                  <a:pt x="216353" y="171280"/>
                </a:lnTo>
                <a:lnTo>
                  <a:pt x="316361" y="71273"/>
                </a:lnTo>
                <a:lnTo>
                  <a:pt x="275795" y="30706"/>
                </a:lnTo>
                <a:cubicBezTo>
                  <a:pt x="269973" y="25072"/>
                  <a:pt x="268657" y="18593"/>
                  <a:pt x="271850" y="11268"/>
                </a:cubicBezTo>
                <a:cubicBezTo>
                  <a:pt x="275043" y="3756"/>
                  <a:pt x="280583" y="0"/>
                  <a:pt x="288472" y="0"/>
                </a:cubicBezTo>
                <a:lnTo>
                  <a:pt x="414678" y="0"/>
                </a:lnTo>
                <a:cubicBezTo>
                  <a:pt x="419561" y="0"/>
                  <a:pt x="423786" y="1784"/>
                  <a:pt x="427355" y="5352"/>
                </a:cubicBezTo>
                <a:cubicBezTo>
                  <a:pt x="430923" y="8921"/>
                  <a:pt x="432707" y="13146"/>
                  <a:pt x="432707" y="18029"/>
                </a:cubicBezTo>
                <a:lnTo>
                  <a:pt x="432707" y="144236"/>
                </a:lnTo>
                <a:cubicBezTo>
                  <a:pt x="432707" y="152124"/>
                  <a:pt x="429044" y="157664"/>
                  <a:pt x="421721" y="160857"/>
                </a:cubicBezTo>
                <a:cubicBezTo>
                  <a:pt x="419279" y="161796"/>
                  <a:pt x="416931" y="162265"/>
                  <a:pt x="414678" y="162265"/>
                </a:cubicBezTo>
                <a:cubicBezTo>
                  <a:pt x="409794" y="162265"/>
                  <a:pt x="405569" y="160481"/>
                  <a:pt x="402000" y="156913"/>
                </a:cubicBezTo>
                <a:lnTo>
                  <a:pt x="361434" y="116346"/>
                </a:lnTo>
                <a:lnTo>
                  <a:pt x="261427" y="216353"/>
                </a:lnTo>
                <a:lnTo>
                  <a:pt x="361434" y="316361"/>
                </a:lnTo>
                <a:lnTo>
                  <a:pt x="402000" y="275794"/>
                </a:lnTo>
                <a:cubicBezTo>
                  <a:pt x="407446" y="269972"/>
                  <a:pt x="414020" y="268658"/>
                  <a:pt x="421721" y="271850"/>
                </a:cubicBezTo>
                <a:cubicBezTo>
                  <a:pt x="429044" y="275043"/>
                  <a:pt x="432707" y="280583"/>
                  <a:pt x="432707" y="288471"/>
                </a:cubicBezTo>
                <a:lnTo>
                  <a:pt x="432707" y="414678"/>
                </a:lnTo>
                <a:cubicBezTo>
                  <a:pt x="432707" y="419561"/>
                  <a:pt x="430923" y="423786"/>
                  <a:pt x="427355" y="427355"/>
                </a:cubicBezTo>
                <a:cubicBezTo>
                  <a:pt x="423786" y="430923"/>
                  <a:pt x="419561" y="432707"/>
                  <a:pt x="414678" y="432707"/>
                </a:cubicBezTo>
                <a:lnTo>
                  <a:pt x="288472" y="432707"/>
                </a:lnTo>
                <a:cubicBezTo>
                  <a:pt x="280583" y="432707"/>
                  <a:pt x="275043" y="428951"/>
                  <a:pt x="271850" y="421439"/>
                </a:cubicBezTo>
                <a:cubicBezTo>
                  <a:pt x="268657" y="414114"/>
                  <a:pt x="269973" y="407635"/>
                  <a:pt x="275795" y="402001"/>
                </a:cubicBezTo>
                <a:lnTo>
                  <a:pt x="316361" y="361434"/>
                </a:lnTo>
                <a:lnTo>
                  <a:pt x="216353" y="261427"/>
                </a:lnTo>
                <a:lnTo>
                  <a:pt x="116347" y="361434"/>
                </a:lnTo>
                <a:lnTo>
                  <a:pt x="156912" y="402001"/>
                </a:lnTo>
                <a:cubicBezTo>
                  <a:pt x="162735" y="407635"/>
                  <a:pt x="164050" y="414114"/>
                  <a:pt x="160856" y="421439"/>
                </a:cubicBezTo>
                <a:cubicBezTo>
                  <a:pt x="157664" y="428951"/>
                  <a:pt x="152124" y="432707"/>
                  <a:pt x="144236" y="432707"/>
                </a:cubicBezTo>
                <a:lnTo>
                  <a:pt x="18029" y="432707"/>
                </a:lnTo>
                <a:cubicBezTo>
                  <a:pt x="13147" y="432707"/>
                  <a:pt x="8921" y="430923"/>
                  <a:pt x="5352" y="427355"/>
                </a:cubicBezTo>
                <a:cubicBezTo>
                  <a:pt x="1785" y="423786"/>
                  <a:pt x="0" y="419561"/>
                  <a:pt x="0" y="414678"/>
                </a:cubicBezTo>
                <a:lnTo>
                  <a:pt x="0" y="288471"/>
                </a:lnTo>
                <a:cubicBezTo>
                  <a:pt x="0" y="280583"/>
                  <a:pt x="3757" y="275043"/>
                  <a:pt x="11269" y="271850"/>
                </a:cubicBezTo>
                <a:cubicBezTo>
                  <a:pt x="18592" y="268658"/>
                  <a:pt x="25072" y="269972"/>
                  <a:pt x="30706" y="275794"/>
                </a:cubicBezTo>
                <a:lnTo>
                  <a:pt x="71273" y="316361"/>
                </a:lnTo>
                <a:lnTo>
                  <a:pt x="171280" y="216353"/>
                </a:lnTo>
                <a:lnTo>
                  <a:pt x="71273" y="116346"/>
                </a:lnTo>
                <a:lnTo>
                  <a:pt x="30706" y="156913"/>
                </a:lnTo>
                <a:cubicBezTo>
                  <a:pt x="27139" y="160481"/>
                  <a:pt x="22912" y="162265"/>
                  <a:pt x="18029" y="162265"/>
                </a:cubicBezTo>
                <a:cubicBezTo>
                  <a:pt x="15776" y="162265"/>
                  <a:pt x="13522" y="161796"/>
                  <a:pt x="11269" y="160857"/>
                </a:cubicBezTo>
                <a:cubicBezTo>
                  <a:pt x="3757" y="157664"/>
                  <a:pt x="0" y="152124"/>
                  <a:pt x="0" y="144236"/>
                </a:cubicBezTo>
                <a:lnTo>
                  <a:pt x="0" y="18029"/>
                </a:lnTo>
                <a:cubicBezTo>
                  <a:pt x="0" y="13146"/>
                  <a:pt x="1785" y="8921"/>
                  <a:pt x="5352" y="5352"/>
                </a:cubicBezTo>
                <a:cubicBezTo>
                  <a:pt x="8921" y="1784"/>
                  <a:pt x="13147" y="0"/>
                  <a:pt x="18029"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81" name="Google Shape;881;p66"/>
          <p:cNvSpPr/>
          <p:nvPr/>
        </p:nvSpPr>
        <p:spPr>
          <a:xfrm>
            <a:off x="9146614" y="3269662"/>
            <a:ext cx="351574" cy="335306"/>
          </a:xfrm>
          <a:custGeom>
            <a:rect b="b" l="l" r="r" t="t"/>
            <a:pathLst>
              <a:path extrusionOk="0" h="447074" w="468765">
                <a:moveTo>
                  <a:pt x="234382" y="0"/>
                </a:moveTo>
                <a:cubicBezTo>
                  <a:pt x="240017" y="0"/>
                  <a:pt x="244618" y="3850"/>
                  <a:pt x="248186" y="11550"/>
                </a:cubicBezTo>
                <a:lnTo>
                  <a:pt x="311571" y="139728"/>
                </a:lnTo>
                <a:lnTo>
                  <a:pt x="452990" y="160293"/>
                </a:lnTo>
                <a:cubicBezTo>
                  <a:pt x="463507" y="161983"/>
                  <a:pt x="468765" y="166303"/>
                  <a:pt x="468765" y="173252"/>
                </a:cubicBezTo>
                <a:cubicBezTo>
                  <a:pt x="468765" y="177383"/>
                  <a:pt x="466324" y="181891"/>
                  <a:pt x="461441" y="186774"/>
                </a:cubicBezTo>
                <a:lnTo>
                  <a:pt x="359180" y="286499"/>
                </a:lnTo>
                <a:lnTo>
                  <a:pt x="383407" y="427354"/>
                </a:lnTo>
                <a:cubicBezTo>
                  <a:pt x="383595" y="428669"/>
                  <a:pt x="383689" y="430547"/>
                  <a:pt x="383689" y="432989"/>
                </a:cubicBezTo>
                <a:cubicBezTo>
                  <a:pt x="383689" y="436933"/>
                  <a:pt x="382703" y="440266"/>
                  <a:pt x="380731" y="442989"/>
                </a:cubicBezTo>
                <a:cubicBezTo>
                  <a:pt x="378759" y="445713"/>
                  <a:pt x="375895" y="447074"/>
                  <a:pt x="372139" y="447074"/>
                </a:cubicBezTo>
                <a:cubicBezTo>
                  <a:pt x="368571" y="447074"/>
                  <a:pt x="364814" y="445947"/>
                  <a:pt x="360870" y="443694"/>
                </a:cubicBezTo>
                <a:lnTo>
                  <a:pt x="234382" y="377210"/>
                </a:lnTo>
                <a:lnTo>
                  <a:pt x="107894" y="443694"/>
                </a:lnTo>
                <a:cubicBezTo>
                  <a:pt x="103763" y="445947"/>
                  <a:pt x="100006" y="447074"/>
                  <a:pt x="96626" y="447074"/>
                </a:cubicBezTo>
                <a:cubicBezTo>
                  <a:pt x="92682" y="447074"/>
                  <a:pt x="89724" y="445713"/>
                  <a:pt x="87752" y="442989"/>
                </a:cubicBezTo>
                <a:cubicBezTo>
                  <a:pt x="85780" y="440266"/>
                  <a:pt x="84794" y="436933"/>
                  <a:pt x="84794" y="432989"/>
                </a:cubicBezTo>
                <a:cubicBezTo>
                  <a:pt x="84794" y="431862"/>
                  <a:pt x="84982" y="429984"/>
                  <a:pt x="85358" y="427354"/>
                </a:cubicBezTo>
                <a:lnTo>
                  <a:pt x="109585" y="286499"/>
                </a:lnTo>
                <a:lnTo>
                  <a:pt x="7043" y="186774"/>
                </a:lnTo>
                <a:cubicBezTo>
                  <a:pt x="2347" y="181703"/>
                  <a:pt x="0" y="177196"/>
                  <a:pt x="0" y="173252"/>
                </a:cubicBezTo>
                <a:cubicBezTo>
                  <a:pt x="0" y="166303"/>
                  <a:pt x="5258" y="161983"/>
                  <a:pt x="15775" y="160293"/>
                </a:cubicBezTo>
                <a:lnTo>
                  <a:pt x="157194" y="139728"/>
                </a:lnTo>
                <a:lnTo>
                  <a:pt x="220579" y="11550"/>
                </a:lnTo>
                <a:cubicBezTo>
                  <a:pt x="224147" y="3850"/>
                  <a:pt x="228748" y="0"/>
                  <a:pt x="234382" y="0"/>
                </a:cubicBezTo>
                <a:close/>
              </a:path>
            </a:pathLst>
          </a:custGeom>
          <a:solidFill>
            <a:schemeClr val="accent2"/>
          </a:solidFill>
          <a:ln>
            <a:noFill/>
          </a:ln>
        </p:spPr>
        <p:txBody>
          <a:bodyPr anchorCtr="0" anchor="ctr" bIns="45675" lIns="91400" spcFirstLastPara="1" rIns="91400" wrap="square" tIns="45675">
            <a:noAutofit/>
          </a:bodyPr>
          <a:lstStyle/>
          <a:p>
            <a:pPr indent="0" lvl="0" marL="0" marR="0" rtl="0" algn="ctr">
              <a:spcBef>
                <a:spcPts val="0"/>
              </a:spcBef>
              <a:spcAft>
                <a:spcPts val="0"/>
              </a:spcAft>
              <a:buNone/>
            </a:pPr>
            <a:r>
              <a:t/>
            </a:r>
            <a:endParaRPr sz="1333">
              <a:solidFill>
                <a:srgbClr val="FFFFFF"/>
              </a:solidFill>
              <a:latin typeface="Century Gothic"/>
              <a:ea typeface="Century Gothic"/>
              <a:cs typeface="Century Gothic"/>
              <a:sym typeface="Century Gothic"/>
            </a:endParaRPr>
          </a:p>
        </p:txBody>
      </p:sp>
      <p:sp>
        <p:nvSpPr>
          <p:cNvPr id="882" name="Google Shape;882;p66"/>
          <p:cNvSpPr txBox="1"/>
          <p:nvPr/>
        </p:nvSpPr>
        <p:spPr>
          <a:xfrm>
            <a:off x="3605394" y="2166595"/>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3" name="Google Shape;883;p66"/>
          <p:cNvSpPr txBox="1"/>
          <p:nvPr/>
        </p:nvSpPr>
        <p:spPr>
          <a:xfrm>
            <a:off x="6681359" y="2136987"/>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4" name="Google Shape;884;p66"/>
          <p:cNvSpPr txBox="1"/>
          <p:nvPr/>
        </p:nvSpPr>
        <p:spPr>
          <a:xfrm>
            <a:off x="9757325" y="2136970"/>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5" name="Google Shape;885;p66"/>
          <p:cNvSpPr txBox="1"/>
          <p:nvPr/>
        </p:nvSpPr>
        <p:spPr>
          <a:xfrm>
            <a:off x="1192722" y="3140942"/>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6" name="Google Shape;886;p66"/>
          <p:cNvSpPr txBox="1"/>
          <p:nvPr/>
        </p:nvSpPr>
        <p:spPr>
          <a:xfrm>
            <a:off x="5688151" y="3103085"/>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7" name="Google Shape;887;p66"/>
          <p:cNvSpPr txBox="1"/>
          <p:nvPr/>
        </p:nvSpPr>
        <p:spPr>
          <a:xfrm>
            <a:off x="9757325" y="3103085"/>
            <a:ext cx="2309700" cy="588600"/>
          </a:xfrm>
          <a:prstGeom prst="rect">
            <a:avLst/>
          </a:prstGeom>
          <a:noFill/>
          <a:ln>
            <a:noFill/>
          </a:ln>
        </p:spPr>
        <p:txBody>
          <a:bodyPr anchorCtr="0" anchor="ctr" bIns="121850" lIns="121850" spcFirstLastPara="1" rIns="121850" wrap="square" tIns="121850">
            <a:noAutofit/>
          </a:bodyPr>
          <a:lstStyle/>
          <a:p>
            <a:pPr indent="0" lvl="0" marL="0" marR="0" rtl="0" algn="l">
              <a:spcBef>
                <a:spcPts val="0"/>
              </a:spcBef>
              <a:spcAft>
                <a:spcPts val="0"/>
              </a:spcAft>
              <a:buNone/>
            </a:pPr>
            <a:r>
              <a:rPr lang="en-US" sz="1500">
                <a:solidFill>
                  <a:srgbClr val="474747"/>
                </a:solidFill>
                <a:latin typeface="Inter"/>
                <a:ea typeface="Inter"/>
                <a:cs typeface="Inter"/>
                <a:sym typeface="Inter"/>
              </a:rPr>
              <a:t>Lorem ipsum dolor sit</a:t>
            </a:r>
            <a:endParaRPr sz="2299">
              <a:solidFill>
                <a:schemeClr val="dk1"/>
              </a:solidFill>
              <a:latin typeface="Inter"/>
              <a:ea typeface="Inter"/>
              <a:cs typeface="Inter"/>
              <a:sym typeface="Inter"/>
            </a:endParaRPr>
          </a:p>
        </p:txBody>
      </p:sp>
      <p:sp>
        <p:nvSpPr>
          <p:cNvPr id="888" name="Google Shape;888;p66"/>
          <p:cNvSpPr/>
          <p:nvPr/>
        </p:nvSpPr>
        <p:spPr>
          <a:xfrm>
            <a:off x="9431809" y="4317669"/>
            <a:ext cx="2530800" cy="1891500"/>
          </a:xfrm>
          <a:prstGeom prst="foldedCorner">
            <a:avLst>
              <a:gd fmla="val 16667" name="adj"/>
            </a:avLst>
          </a:prstGeom>
          <a:solidFill>
            <a:srgbClr val="F7F7F7"/>
          </a:solidFill>
          <a:ln cap="flat" cmpd="sng" w="9525">
            <a:solidFill>
              <a:schemeClr val="dk2"/>
            </a:solidFill>
            <a:prstDash val="solid"/>
            <a:round/>
            <a:headEnd len="sm" w="sm" type="none"/>
            <a:tailEnd len="sm" w="sm" type="none"/>
          </a:ln>
        </p:spPr>
        <p:txBody>
          <a:bodyPr anchorCtr="0" anchor="ctr" bIns="121850" lIns="121850" spcFirstLastPara="1" rIns="121850" wrap="square" tIns="121850">
            <a:noAutofit/>
          </a:bodyPr>
          <a:lstStyle/>
          <a:p>
            <a:pPr indent="0" lvl="0" marL="0" marR="0" rtl="0" algn="ctr">
              <a:spcBef>
                <a:spcPts val="0"/>
              </a:spcBef>
              <a:spcAft>
                <a:spcPts val="0"/>
              </a:spcAft>
              <a:buNone/>
            </a:pPr>
            <a:r>
              <a:rPr lang="en-US" sz="2399">
                <a:solidFill>
                  <a:schemeClr val="dk1"/>
                </a:solidFill>
                <a:latin typeface="Montserrat"/>
                <a:ea typeface="Montserrat"/>
                <a:cs typeface="Montserrat"/>
                <a:sym typeface="Montserrat"/>
              </a:rPr>
              <a:t>logos clients</a:t>
            </a:r>
            <a:endParaRPr sz="2399">
              <a:solidFill>
                <a:schemeClr val="dk1"/>
              </a:solidFill>
              <a:latin typeface="Montserrat"/>
              <a:ea typeface="Montserrat"/>
              <a:cs typeface="Montserrat"/>
              <a:sym typeface="Montserrat"/>
            </a:endParaRPr>
          </a:p>
          <a:p>
            <a:pPr indent="0" lvl="0" marL="0" marR="0" rtl="0" algn="ctr">
              <a:spcBef>
                <a:spcPts val="0"/>
              </a:spcBef>
              <a:spcAft>
                <a:spcPts val="0"/>
              </a:spcAft>
              <a:buNone/>
            </a:pPr>
            <a:r>
              <a:rPr lang="en-US" sz="2399">
                <a:solidFill>
                  <a:schemeClr val="dk1"/>
                </a:solidFill>
                <a:latin typeface="Montserrat"/>
                <a:ea typeface="Montserrat"/>
                <a:cs typeface="Montserrat"/>
                <a:sym typeface="Montserrat"/>
              </a:rPr>
              <a:t>ou</a:t>
            </a:r>
            <a:endParaRPr sz="2399">
              <a:solidFill>
                <a:schemeClr val="dk1"/>
              </a:solidFill>
              <a:latin typeface="Montserrat"/>
              <a:ea typeface="Montserrat"/>
              <a:cs typeface="Montserrat"/>
              <a:sym typeface="Montserrat"/>
            </a:endParaRPr>
          </a:p>
          <a:p>
            <a:pPr indent="0" lvl="0" marL="0" marR="0" rtl="0" algn="ctr">
              <a:spcBef>
                <a:spcPts val="0"/>
              </a:spcBef>
              <a:spcAft>
                <a:spcPts val="0"/>
              </a:spcAft>
              <a:buNone/>
            </a:pPr>
            <a:r>
              <a:rPr lang="en-US" sz="2399">
                <a:solidFill>
                  <a:schemeClr val="dk1"/>
                </a:solidFill>
                <a:latin typeface="Montserrat"/>
                <a:ea typeface="Montserrat"/>
                <a:cs typeface="Montserrat"/>
                <a:sym typeface="Montserrat"/>
              </a:rPr>
              <a:t>fac simile livrables</a:t>
            </a:r>
            <a:endParaRPr sz="2399">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nvision - Template 2026">
  <a:themeElements>
    <a:clrScheme name="Simple Light">
      <a:dk1>
        <a:srgbClr val="000000"/>
      </a:dk1>
      <a:lt1>
        <a:srgbClr val="FFFFFF"/>
      </a:lt1>
      <a:dk2>
        <a:srgbClr val="5A5858"/>
      </a:dk2>
      <a:lt2>
        <a:srgbClr val="EEEEEE"/>
      </a:lt2>
      <a:accent1>
        <a:srgbClr val="C0504D"/>
      </a:accent1>
      <a:accent2>
        <a:srgbClr val="C0504D"/>
      </a:accent2>
      <a:accent3>
        <a:srgbClr val="FF6B58"/>
      </a:accent3>
      <a:accent4>
        <a:srgbClr val="389EA5"/>
      </a:accent4>
      <a:accent5>
        <a:srgbClr val="4A90E2"/>
      </a:accent5>
      <a:accent6>
        <a:srgbClr val="FBF0F4"/>
      </a:accent6>
      <a:hlink>
        <a:srgbClr val="3626A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